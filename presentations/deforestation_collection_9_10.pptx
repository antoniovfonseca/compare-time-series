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2" r:id="rId2"/>
    <p:sldId id="256" r:id="rId3"/>
    <p:sldId id="257" r:id="rId4"/>
    <p:sldId id="263" r:id="rId5"/>
    <p:sldId id="258" r:id="rId6"/>
    <p:sldId id="259" r:id="rId7"/>
    <p:sldId id="264" r:id="rId8"/>
    <p:sldId id="260" r:id="rId9"/>
    <p:sldId id="261" r:id="rId10"/>
    <p:sldId id="265" r:id="rId11"/>
    <p:sldId id="266" r:id="rId12"/>
    <p:sldId id="272" r:id="rId13"/>
    <p:sldId id="267" r:id="rId14"/>
    <p:sldId id="268" r:id="rId15"/>
    <p:sldId id="269" r:id="rId16"/>
    <p:sldId id="270" r:id="rId17"/>
    <p:sldId id="273" r:id="rId18"/>
    <p:sldId id="271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B23031-25FF-45D5-A999-E1D560BB08DF}">
          <p14:sldIdLst>
            <p14:sldId id="262"/>
            <p14:sldId id="256"/>
            <p14:sldId id="257"/>
            <p14:sldId id="263"/>
            <p14:sldId id="258"/>
            <p14:sldId id="259"/>
            <p14:sldId id="264"/>
            <p14:sldId id="260"/>
            <p14:sldId id="261"/>
            <p14:sldId id="265"/>
            <p14:sldId id="266"/>
            <p14:sldId id="272"/>
            <p14:sldId id="267"/>
            <p14:sldId id="268"/>
            <p14:sldId id="269"/>
            <p14:sldId id="270"/>
            <p14:sldId id="273"/>
            <p14:sldId id="271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larkuedu-my.sharepoint.com/personal/antfonseca_clarku_edu/Documents/Projects/NASA/dataset/DEFORESTATION/deforestation_municiplati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Collection 9</c:v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C00000"/>
              </a:solidFill>
              <a:ln w="9525">
                <a:solidFill>
                  <a:schemeClr val="bg1"/>
                </a:solidFill>
              </a:ln>
              <a:effectLst/>
            </c:spPr>
          </c:marker>
          <c:cat>
            <c:strRef>
              <c:f>deforestation_year!$A$2:$A$39</c:f>
              <c:strCache>
                <c:ptCount val="38"/>
                <c:pt idx="0">
                  <c:v>1986-1987</c:v>
                </c:pt>
                <c:pt idx="1">
                  <c:v>1987-1988</c:v>
                </c:pt>
                <c:pt idx="2">
                  <c:v>1988-1989</c:v>
                </c:pt>
                <c:pt idx="3">
                  <c:v>1989-1990</c:v>
                </c:pt>
                <c:pt idx="4">
                  <c:v>1990-1991</c:v>
                </c:pt>
                <c:pt idx="5">
                  <c:v>1991-1992</c:v>
                </c:pt>
                <c:pt idx="6">
                  <c:v>1992-1993</c:v>
                </c:pt>
                <c:pt idx="7">
                  <c:v>1993-1994</c:v>
                </c:pt>
                <c:pt idx="8">
                  <c:v>1994-1995</c:v>
                </c:pt>
                <c:pt idx="9">
                  <c:v>1995-1996</c:v>
                </c:pt>
                <c:pt idx="10">
                  <c:v>1996-1997</c:v>
                </c:pt>
                <c:pt idx="11">
                  <c:v>1997-1998</c:v>
                </c:pt>
                <c:pt idx="12">
                  <c:v>1998-1999</c:v>
                </c:pt>
                <c:pt idx="13">
                  <c:v>1999-2000</c:v>
                </c:pt>
                <c:pt idx="14">
                  <c:v>2000-2001</c:v>
                </c:pt>
                <c:pt idx="15">
                  <c:v>2001-2002</c:v>
                </c:pt>
                <c:pt idx="16">
                  <c:v>2002-2003</c:v>
                </c:pt>
                <c:pt idx="17">
                  <c:v>2003-2004</c:v>
                </c:pt>
                <c:pt idx="18">
                  <c:v>2004-2005</c:v>
                </c:pt>
                <c:pt idx="19">
                  <c:v>2005-2006</c:v>
                </c:pt>
                <c:pt idx="20">
                  <c:v>2006-2007</c:v>
                </c:pt>
                <c:pt idx="21">
                  <c:v>2007-2008</c:v>
                </c:pt>
                <c:pt idx="22">
                  <c:v>2008-2009</c:v>
                </c:pt>
                <c:pt idx="23">
                  <c:v>2009-2010</c:v>
                </c:pt>
                <c:pt idx="24">
                  <c:v>2010-2011</c:v>
                </c:pt>
                <c:pt idx="25">
                  <c:v>2011-2012</c:v>
                </c:pt>
                <c:pt idx="26">
                  <c:v>2012-2013</c:v>
                </c:pt>
                <c:pt idx="27">
                  <c:v>2013-2014</c:v>
                </c:pt>
                <c:pt idx="28">
                  <c:v>2014-2015</c:v>
                </c:pt>
                <c:pt idx="29">
                  <c:v>2015-2016</c:v>
                </c:pt>
                <c:pt idx="30">
                  <c:v>2016-2017</c:v>
                </c:pt>
                <c:pt idx="31">
                  <c:v>2017-2018</c:v>
                </c:pt>
                <c:pt idx="32">
                  <c:v>2018-2019</c:v>
                </c:pt>
                <c:pt idx="33">
                  <c:v>2019-2020</c:v>
                </c:pt>
                <c:pt idx="34">
                  <c:v>2020-2021</c:v>
                </c:pt>
                <c:pt idx="35">
                  <c:v>2021-2022</c:v>
                </c:pt>
                <c:pt idx="36">
                  <c:v>2022-2023</c:v>
                </c:pt>
                <c:pt idx="37">
                  <c:v>2023-2024</c:v>
                </c:pt>
              </c:strCache>
            </c:strRef>
          </c:cat>
          <c:val>
            <c:numRef>
              <c:f>deforestation_year!$D$2:$D$39</c:f>
              <c:numCache>
                <c:formatCode>_(* #,##0_);_(* \(#,##0\);_(* "-"??_);_(@_)</c:formatCode>
                <c:ptCount val="38"/>
                <c:pt idx="0">
                  <c:v>768.49290000000008</c:v>
                </c:pt>
                <c:pt idx="1">
                  <c:v>618.72119999999995</c:v>
                </c:pt>
                <c:pt idx="2">
                  <c:v>1055.9195999999999</c:v>
                </c:pt>
                <c:pt idx="3">
                  <c:v>659.1726000000001</c:v>
                </c:pt>
                <c:pt idx="4">
                  <c:v>490.73220000000003</c:v>
                </c:pt>
                <c:pt idx="5">
                  <c:v>440.73450000000003</c:v>
                </c:pt>
                <c:pt idx="6">
                  <c:v>551.61990000000003</c:v>
                </c:pt>
                <c:pt idx="7">
                  <c:v>609.95249999999999</c:v>
                </c:pt>
                <c:pt idx="8">
                  <c:v>539.90639999999996</c:v>
                </c:pt>
                <c:pt idx="9">
                  <c:v>586.49490000000003</c:v>
                </c:pt>
                <c:pt idx="10">
                  <c:v>467.67059999999998</c:v>
                </c:pt>
                <c:pt idx="11">
                  <c:v>623.21040000000005</c:v>
                </c:pt>
                <c:pt idx="12">
                  <c:v>681.01199999999994</c:v>
                </c:pt>
                <c:pt idx="13">
                  <c:v>676.33650000000011</c:v>
                </c:pt>
                <c:pt idx="14">
                  <c:v>779.67</c:v>
                </c:pt>
                <c:pt idx="15">
                  <c:v>627.56280000000004</c:v>
                </c:pt>
                <c:pt idx="16">
                  <c:v>592.59780000000001</c:v>
                </c:pt>
                <c:pt idx="17">
                  <c:v>1361.4327000000003</c:v>
                </c:pt>
                <c:pt idx="18">
                  <c:v>860.41170000000011</c:v>
                </c:pt>
                <c:pt idx="19">
                  <c:v>751.90589999999997</c:v>
                </c:pt>
                <c:pt idx="20">
                  <c:v>677.87459999999987</c:v>
                </c:pt>
                <c:pt idx="21">
                  <c:v>1101.9924000000001</c:v>
                </c:pt>
                <c:pt idx="22">
                  <c:v>900.51209999999992</c:v>
                </c:pt>
                <c:pt idx="23">
                  <c:v>608.29019999999991</c:v>
                </c:pt>
                <c:pt idx="24">
                  <c:v>815.3442</c:v>
                </c:pt>
                <c:pt idx="25">
                  <c:v>1352.1914999999999</c:v>
                </c:pt>
                <c:pt idx="26">
                  <c:v>965.77649999999994</c:v>
                </c:pt>
                <c:pt idx="27">
                  <c:v>549.07470000000001</c:v>
                </c:pt>
                <c:pt idx="28">
                  <c:v>385.37730000000005</c:v>
                </c:pt>
                <c:pt idx="29">
                  <c:v>337.77809999999999</c:v>
                </c:pt>
                <c:pt idx="30">
                  <c:v>364.82580000000002</c:v>
                </c:pt>
                <c:pt idx="31">
                  <c:v>435.71880000000004</c:v>
                </c:pt>
                <c:pt idx="32">
                  <c:v>834.28019999999992</c:v>
                </c:pt>
                <c:pt idx="33">
                  <c:v>1202.2614000000001</c:v>
                </c:pt>
                <c:pt idx="34">
                  <c:v>847.99799999999993</c:v>
                </c:pt>
                <c:pt idx="35">
                  <c:v>1540.3473000000001</c:v>
                </c:pt>
                <c:pt idx="36">
                  <c:v>1597.7276999999999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70-4AAD-99DB-7A1E9D495404}"/>
            </c:ext>
          </c:extLst>
        </c:ser>
        <c:ser>
          <c:idx val="1"/>
          <c:order val="1"/>
          <c:tx>
            <c:v>Collection 10</c:v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2"/>
            <c:spPr>
              <a:solidFill>
                <a:schemeClr val="accent4"/>
              </a:solidFill>
              <a:ln w="9525">
                <a:solidFill>
                  <a:schemeClr val="bg1"/>
                </a:solidFill>
              </a:ln>
              <a:effectLst/>
            </c:spPr>
          </c:marker>
          <c:cat>
            <c:strRef>
              <c:f>deforestation_year!$A$2:$A$39</c:f>
              <c:strCache>
                <c:ptCount val="38"/>
                <c:pt idx="0">
                  <c:v>1986-1987</c:v>
                </c:pt>
                <c:pt idx="1">
                  <c:v>1987-1988</c:v>
                </c:pt>
                <c:pt idx="2">
                  <c:v>1988-1989</c:v>
                </c:pt>
                <c:pt idx="3">
                  <c:v>1989-1990</c:v>
                </c:pt>
                <c:pt idx="4">
                  <c:v>1990-1991</c:v>
                </c:pt>
                <c:pt idx="5">
                  <c:v>1991-1992</c:v>
                </c:pt>
                <c:pt idx="6">
                  <c:v>1992-1993</c:v>
                </c:pt>
                <c:pt idx="7">
                  <c:v>1993-1994</c:v>
                </c:pt>
                <c:pt idx="8">
                  <c:v>1994-1995</c:v>
                </c:pt>
                <c:pt idx="9">
                  <c:v>1995-1996</c:v>
                </c:pt>
                <c:pt idx="10">
                  <c:v>1996-1997</c:v>
                </c:pt>
                <c:pt idx="11">
                  <c:v>1997-1998</c:v>
                </c:pt>
                <c:pt idx="12">
                  <c:v>1998-1999</c:v>
                </c:pt>
                <c:pt idx="13">
                  <c:v>1999-2000</c:v>
                </c:pt>
                <c:pt idx="14">
                  <c:v>2000-2001</c:v>
                </c:pt>
                <c:pt idx="15">
                  <c:v>2001-2002</c:v>
                </c:pt>
                <c:pt idx="16">
                  <c:v>2002-2003</c:v>
                </c:pt>
                <c:pt idx="17">
                  <c:v>2003-2004</c:v>
                </c:pt>
                <c:pt idx="18">
                  <c:v>2004-2005</c:v>
                </c:pt>
                <c:pt idx="19">
                  <c:v>2005-2006</c:v>
                </c:pt>
                <c:pt idx="20">
                  <c:v>2006-2007</c:v>
                </c:pt>
                <c:pt idx="21">
                  <c:v>2007-2008</c:v>
                </c:pt>
                <c:pt idx="22">
                  <c:v>2008-2009</c:v>
                </c:pt>
                <c:pt idx="23">
                  <c:v>2009-2010</c:v>
                </c:pt>
                <c:pt idx="24">
                  <c:v>2010-2011</c:v>
                </c:pt>
                <c:pt idx="25">
                  <c:v>2011-2012</c:v>
                </c:pt>
                <c:pt idx="26">
                  <c:v>2012-2013</c:v>
                </c:pt>
                <c:pt idx="27">
                  <c:v>2013-2014</c:v>
                </c:pt>
                <c:pt idx="28">
                  <c:v>2014-2015</c:v>
                </c:pt>
                <c:pt idx="29">
                  <c:v>2015-2016</c:v>
                </c:pt>
                <c:pt idx="30">
                  <c:v>2016-2017</c:v>
                </c:pt>
                <c:pt idx="31">
                  <c:v>2017-2018</c:v>
                </c:pt>
                <c:pt idx="32">
                  <c:v>2018-2019</c:v>
                </c:pt>
                <c:pt idx="33">
                  <c:v>2019-2020</c:v>
                </c:pt>
                <c:pt idx="34">
                  <c:v>2020-2021</c:v>
                </c:pt>
                <c:pt idx="35">
                  <c:v>2021-2022</c:v>
                </c:pt>
                <c:pt idx="36">
                  <c:v>2022-2023</c:v>
                </c:pt>
                <c:pt idx="37">
                  <c:v>2023-2024</c:v>
                </c:pt>
              </c:strCache>
            </c:strRef>
          </c:cat>
          <c:val>
            <c:numRef>
              <c:f>deforestation_year!$F$2:$F$39</c:f>
              <c:numCache>
                <c:formatCode>_(* #,##0_);_(* \(#,##0\);_(* "-"??_);_(@_)</c:formatCode>
                <c:ptCount val="38"/>
                <c:pt idx="0">
                  <c:v>700.82190000000003</c:v>
                </c:pt>
                <c:pt idx="1">
                  <c:v>599.28930000000003</c:v>
                </c:pt>
                <c:pt idx="2">
                  <c:v>888.41160000000002</c:v>
                </c:pt>
                <c:pt idx="3">
                  <c:v>702.96029999999996</c:v>
                </c:pt>
                <c:pt idx="4">
                  <c:v>500.12369999999999</c:v>
                </c:pt>
                <c:pt idx="5">
                  <c:v>502.36739999999998</c:v>
                </c:pt>
                <c:pt idx="6">
                  <c:v>570.04920000000004</c:v>
                </c:pt>
                <c:pt idx="7">
                  <c:v>755.10990000000004</c:v>
                </c:pt>
                <c:pt idx="8">
                  <c:v>522.94770000000005</c:v>
                </c:pt>
                <c:pt idx="9">
                  <c:v>574.19820000000004</c:v>
                </c:pt>
                <c:pt idx="10">
                  <c:v>482.02109999999999</c:v>
                </c:pt>
                <c:pt idx="11">
                  <c:v>606.74940000000004</c:v>
                </c:pt>
                <c:pt idx="12">
                  <c:v>633.04200000000003</c:v>
                </c:pt>
                <c:pt idx="13">
                  <c:v>673.83</c:v>
                </c:pt>
                <c:pt idx="14">
                  <c:v>824.90039999999999</c:v>
                </c:pt>
                <c:pt idx="15">
                  <c:v>649.38059999999996</c:v>
                </c:pt>
                <c:pt idx="16">
                  <c:v>473.24790000000002</c:v>
                </c:pt>
                <c:pt idx="17">
                  <c:v>1422.9485999999999</c:v>
                </c:pt>
                <c:pt idx="18">
                  <c:v>838.125</c:v>
                </c:pt>
                <c:pt idx="19">
                  <c:v>693.61019999999996</c:v>
                </c:pt>
                <c:pt idx="20">
                  <c:v>647.77949999999998</c:v>
                </c:pt>
                <c:pt idx="21">
                  <c:v>1044.4958999999999</c:v>
                </c:pt>
                <c:pt idx="22">
                  <c:v>926.56259999999997</c:v>
                </c:pt>
                <c:pt idx="23">
                  <c:v>580.95450000000005</c:v>
                </c:pt>
                <c:pt idx="24">
                  <c:v>700.18560000000002</c:v>
                </c:pt>
                <c:pt idx="25">
                  <c:v>1297.5579</c:v>
                </c:pt>
                <c:pt idx="26">
                  <c:v>1039.1597999999999</c:v>
                </c:pt>
                <c:pt idx="27">
                  <c:v>701.32770000000005</c:v>
                </c:pt>
                <c:pt idx="28">
                  <c:v>470.77199999999999</c:v>
                </c:pt>
                <c:pt idx="29">
                  <c:v>416.44080000000002</c:v>
                </c:pt>
                <c:pt idx="30">
                  <c:v>395.39249999999998</c:v>
                </c:pt>
                <c:pt idx="31">
                  <c:v>448.8372</c:v>
                </c:pt>
                <c:pt idx="32">
                  <c:v>870.64559999999994</c:v>
                </c:pt>
                <c:pt idx="33">
                  <c:v>1138.8545999999999</c:v>
                </c:pt>
                <c:pt idx="34">
                  <c:v>938.31659999999999</c:v>
                </c:pt>
                <c:pt idx="35">
                  <c:v>1588.7088000000001</c:v>
                </c:pt>
                <c:pt idx="36">
                  <c:v>1656.4976999999999</c:v>
                </c:pt>
                <c:pt idx="37">
                  <c:v>668.82690000000002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70-4AAD-99DB-7A1E9D495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0534768"/>
        <c:axId val="320537680"/>
      </c:lineChart>
      <c:catAx>
        <c:axId val="320534768"/>
        <c:scaling>
          <c:orientation val="minMax"/>
        </c:scaling>
        <c:delete val="0"/>
        <c:axPos val="b"/>
        <c:numFmt formatCode="General" sourceLinked="1"/>
        <c:majorTickMark val="none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20537680"/>
        <c:crosses val="autoZero"/>
        <c:auto val="1"/>
        <c:lblAlgn val="ctr"/>
        <c:lblOffset val="100"/>
        <c:noMultiLvlLbl val="0"/>
      </c:catAx>
      <c:valAx>
        <c:axId val="3205376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600">
                    <a:solidFill>
                      <a:sysClr val="windowText" lastClr="000000"/>
                    </a:solidFill>
                  </a:rPr>
                  <a:t>Area in km2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20534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8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D174C-E1D0-4FFE-B072-095FB1E74636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5A8C9-2470-4049-B6F4-36E0D8CFF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9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4FCA-EBDC-4AA5-ACFE-8736A1B68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165B3-15AB-410B-8917-4BAB08599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9A516-DDDA-4568-9799-2E311327F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12AEE-5582-472E-B9F1-93E5585D4EA8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1D9C9-21E5-474F-B1E9-87FCA703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5307A-2F88-4998-ADB0-BA24908A2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3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8055-6A17-49F8-AEB7-5141C0A2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2D8DE-F7E9-4BC2-B56B-12B62A08C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8AAEF-FEC0-405F-A1AE-44283584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2225C-79A9-4F4A-B9D0-DB388A5148B1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19C58-6142-49B4-9B65-49B17395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3E2AA-66FE-478E-A067-E0A83D9D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1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DFF8-B336-494F-82CA-D71AFDDB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32ECD-3D82-4EDB-9670-C1BB1364C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BE63A-EA36-49CD-9D54-7F5C50013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4275-7FFB-4659-AA88-5A89353F26D6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2C29-9050-4DB5-962B-C1698520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4A9F2-08A8-4E25-B4F9-74523C2A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068A-6F75-4BB7-8443-26ADAAB1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8880D-8110-496A-98C6-E310DE7C5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32C5E-958C-4BB2-8F52-9ADF5D698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524B6-88F1-4CC3-BC37-895D3ACD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5E89-F62C-47E9-9698-2AADCAC45DAC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F6CA0-2007-4119-9B05-610AECBC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CF8CC-41EA-4044-8BDD-781EC9CD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65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C35B-52D9-4CB5-BA92-907B5BD8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790F6-6F1C-455F-B714-4CCC8F54F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592C1-07B5-473E-B417-24104EFEC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C9437E-268B-4BAD-B35D-8EF396010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AC3A45-1B3C-4258-9345-EDD039844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E2EAF7-DB8B-47B5-8409-9B4810B4E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59FA-F15E-430D-BD71-FCE4166AE8B9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506D0-2818-414B-9280-A3A90F95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55E3F-8E1A-442F-A56C-11559866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3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C5EB-99AC-4BE2-85DD-C7B10DF2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0CE5F-1D21-4F43-A2D0-311EF20F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9EC8-3FE5-4808-B265-D8A25DA760BD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5D0AE-C18F-47C4-BD15-6B6374FE9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528CB-3FD7-4281-BA18-B21C55EC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0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C81D7-9F32-4D56-8F95-E52910CB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60F5-DE77-4100-A4E7-5696FE9874AD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15350-37BC-47ED-9F05-548BC397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7D4A8-AD30-4598-8FAF-9B438FDE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8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0B19-6F56-4DFD-BF1A-9C1B52C64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19FEB-B411-46BD-8D83-52A41FC92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9B2D5-3293-46B3-85C2-ADEE94E05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9A73F-7063-488F-9DC6-6157C03F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AE6B-44F4-4748-A09C-D67A5EAD352C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45632-9B33-4D9C-8BAB-D3E8480A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08042-61A7-4634-82D5-D095A5AC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7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49C3-2C2A-4F9C-8715-604B3909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5B735-476A-49E7-B9B8-B4257C54F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2AF19-CDB5-47F0-902E-8F9F2A338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141FE-C0DF-4ACA-B835-935EA5E0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7F6E-DDA0-4967-AA97-38F166016FE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7F6CC-2CF1-47D3-971B-1364CEB3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06F8F-060A-4D1B-B160-48A78138C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63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35A7-0A8A-4FD0-A562-A6938FFD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F9960-F892-4791-95E6-DAE1952F5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2C9A3-E922-48AE-8E30-DDBB5646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1C327-C1AE-4736-BC5C-881EBBAC87E2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07E1-F204-474E-9D0C-88112AF7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5B8C-5BBD-43F3-A20A-609D9DEB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02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AACD6-D292-4056-A04F-EF272FE607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7354E-D971-4AC3-BA85-FBA8EB4BB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A6A56-BBD6-46B1-AE7C-5DAAC6D7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526D7-840E-415E-9551-7318B111BE52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B0B35-C636-43A1-BF16-ECAE1E4D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D31C9-54C1-4F20-8A31-EA15E2AA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5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A9CCD-4DD2-4D22-B3F0-24D36583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1D8A3-1EC0-4532-9290-AF74867F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699B-F827-42FD-A611-8959C0857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A35CF-7243-4873-B60D-64D7A902B897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54431-FC63-4610-BAE8-483CE29E6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B166E-E35F-48F2-9264-40726A01B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96343-B403-4513-9A85-6F239F2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4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802CE17-92E8-41E2-B422-BEEDFEC00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879908"/>
              </p:ext>
            </p:extLst>
          </p:nvPr>
        </p:nvGraphicFramePr>
        <p:xfrm>
          <a:off x="1764195" y="285750"/>
          <a:ext cx="8663609" cy="628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F69D0-3A6D-483F-B82D-C2891FBA5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5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0ABE09-035B-4F45-85BA-FCCB13A249BB}"/>
              </a:ext>
            </a:extLst>
          </p:cNvPr>
          <p:cNvSpPr txBox="1"/>
          <p:nvPr/>
        </p:nvSpPr>
        <p:spPr>
          <a:xfrm>
            <a:off x="0" y="11381"/>
            <a:ext cx="5249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 with the “Sum” column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D0F3CF-7E1F-4BFD-A919-FFF70AAD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03"/>
            <a:ext cx="12192000" cy="57025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75B2E9-65CF-4E79-9DDC-E0DF192A18FC}"/>
              </a:ext>
            </a:extLst>
          </p:cNvPr>
          <p:cNvSpPr txBox="1"/>
          <p:nvPr/>
        </p:nvSpPr>
        <p:spPr>
          <a:xfrm>
            <a:off x="10221316" y="3853273"/>
            <a:ext cx="1970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Collection 9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Collection 10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74B47FF-65D6-4FAC-8687-8E582AEE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4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F0B8D1-0C58-4DC0-BB0B-9EE997A3F19C}"/>
              </a:ext>
            </a:extLst>
          </p:cNvPr>
          <p:cNvSpPr txBox="1"/>
          <p:nvPr/>
        </p:nvSpPr>
        <p:spPr>
          <a:xfrm>
            <a:off x="0" y="11381"/>
            <a:ext cx="5249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 without the “Sum” column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84699C-0901-4579-AC69-916DB26D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3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A5B25D-52F9-4078-AD35-AA7799C3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03"/>
            <a:ext cx="12192000" cy="57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9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36C66E-3F61-4EC4-BB09-22D01BE7E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39B47-1408-431F-940D-B4B29ADC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03"/>
            <a:ext cx="12192000" cy="57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F0B8D1-0C58-4DC0-BB0B-9EE997A3F19C}"/>
              </a:ext>
            </a:extLst>
          </p:cNvPr>
          <p:cNvSpPr txBox="1"/>
          <p:nvPr/>
        </p:nvSpPr>
        <p:spPr>
          <a:xfrm>
            <a:off x="-1" y="11381"/>
            <a:ext cx="5512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 with the “Sum” and “1987-2022” column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5EAFE-B765-4753-8F63-511BA9418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194"/>
            <a:ext cx="12192000" cy="471761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FB669-EC87-4CDC-8C25-F2E3DF17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3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A1F3447-10F7-4FA9-8B6B-C5A2A7CFB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148"/>
            <a:ext cx="12192000" cy="4949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F0B8D1-0C58-4DC0-BB0B-9EE997A3F19C}"/>
              </a:ext>
            </a:extLst>
          </p:cNvPr>
          <p:cNvSpPr txBox="1"/>
          <p:nvPr/>
        </p:nvSpPr>
        <p:spPr>
          <a:xfrm>
            <a:off x="-1" y="11381"/>
            <a:ext cx="5512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 without the “Sum” and “Extent” column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7CC9F-B5AC-43CB-8C68-0BD901B2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4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DDC830-853E-4529-9120-EE4C17F2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0BACD-8F02-4282-9F90-AAAB5D4E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28"/>
            <a:ext cx="12192000" cy="633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3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E96325-F52C-4661-9ABA-6A577D2D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0905"/>
            <a:ext cx="12192000" cy="47361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F0B8D1-0C58-4DC0-BB0B-9EE997A3F19C}"/>
              </a:ext>
            </a:extLst>
          </p:cNvPr>
          <p:cNvSpPr txBox="1"/>
          <p:nvPr/>
        </p:nvSpPr>
        <p:spPr>
          <a:xfrm>
            <a:off x="-1" y="11381"/>
            <a:ext cx="5512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 with the “Sum” and “Extent” column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607DD-4526-41E3-B39B-CE8E0F788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7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6E4CFAD-0FF8-499F-8EA0-9D9FBBA66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1482"/>
            <a:ext cx="12192000" cy="5215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F0B8D1-0C58-4DC0-BB0B-9EE997A3F19C}"/>
              </a:ext>
            </a:extLst>
          </p:cNvPr>
          <p:cNvSpPr txBox="1"/>
          <p:nvPr/>
        </p:nvSpPr>
        <p:spPr>
          <a:xfrm>
            <a:off x="-1" y="11381"/>
            <a:ext cx="5512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“Sum” and “Extent” column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BECFE-3106-42D3-ADD2-7778C28B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91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F85486-80F6-42E7-BF80-6278A4CB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7A8A9D-98EC-443C-B92C-9C055BA8E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198"/>
            <a:ext cx="12192000" cy="647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80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64D01-7F79-4B5E-A6FC-18FDDA43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5519D-D772-43FC-8510-6F8AB083D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206" y="0"/>
            <a:ext cx="4567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60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5569E-CC02-4151-8A0A-23C27AAD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5F66B-FDE0-43FB-82FC-EE1B97850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0"/>
            <a:ext cx="4852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71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0043D-7B67-4927-8C2F-49B30090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0"/>
            <a:ext cx="448153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64D01-7F79-4B5E-A6FC-18FDDA43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39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72AC0C-9252-43A7-BD9E-7231CB26F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0"/>
            <a:ext cx="5097162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64D01-7F79-4B5E-A6FC-18FDDA43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2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64D01-7F79-4B5E-A6FC-18FDDA43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9FB1D-9377-4BCA-8C3B-50E7E92A0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206" y="0"/>
            <a:ext cx="4567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07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4BAC97-0F29-4688-B2E7-B3B52C56C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0"/>
            <a:ext cx="5024346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64D01-7F79-4B5E-A6FC-18FDDA43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12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741839-B43E-4053-A5BA-9732D9CD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0"/>
            <a:ext cx="5310486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64D01-7F79-4B5E-A6FC-18FDDA43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40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DA0E82-CBA5-42ED-82BB-34FE4F91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0"/>
            <a:ext cx="5097162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64D01-7F79-4B5E-A6FC-18FDDA43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2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2BE4B5-CA46-4C32-9858-92631002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6343-B403-4513-9A85-6F239F2D18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1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2523</TotalTime>
  <Words>88</Words>
  <Application>Microsoft Office PowerPoint</Application>
  <PresentationFormat>Widescreen</PresentationFormat>
  <Paragraphs>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Galvao da Fonseca, Antonio</dc:creator>
  <cp:lastModifiedBy>Galvao da Fonseca, Antonio</cp:lastModifiedBy>
  <cp:revision>39</cp:revision>
  <dcterms:created xsi:type="dcterms:W3CDTF">2025-10-03T18:40:41Z</dcterms:created>
  <dcterms:modified xsi:type="dcterms:W3CDTF">2025-10-05T12:55:01Z</dcterms:modified>
</cp:coreProperties>
</file>