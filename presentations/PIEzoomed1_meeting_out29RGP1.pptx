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lvao da Fonseca, Antonio" initials="GdFA" lastIdx="2" clrIdx="0">
    <p:extLst>
      <p:ext uri="{19B8F6BF-5375-455C-9EA6-DF929625EA0E}">
        <p15:presenceInfo xmlns:p15="http://schemas.microsoft.com/office/powerpoint/2012/main" userId="S::AntFonseca@clarku.edu::125af482-5f22-444f-ad99-716919bceb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95" autoAdjust="0"/>
  </p:normalViewPr>
  <p:slideViewPr>
    <p:cSldViewPr snapToGrid="0">
      <p:cViewPr varScale="1">
        <p:scale>
          <a:sx n="61" d="100"/>
          <a:sy n="61" d="100"/>
        </p:scale>
        <p:origin x="12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ontius" userId="a44f9639-9fbb-4e05-802c-407466ea6190" providerId="ADAL" clId="{43BFACFE-1040-4F3A-8457-A0A2EEE4ED46}"/>
    <pc:docChg chg="undo custSel modSld">
      <pc:chgData name="Robert Pontius" userId="a44f9639-9fbb-4e05-802c-407466ea6190" providerId="ADAL" clId="{43BFACFE-1040-4F3A-8457-A0A2EEE4ED46}" dt="2025-10-30T11:26:23.640" v="14" actId="1076"/>
      <pc:docMkLst>
        <pc:docMk/>
      </pc:docMkLst>
      <pc:sldChg chg="addSp modSp mod">
        <pc:chgData name="Robert Pontius" userId="a44f9639-9fbb-4e05-802c-407466ea6190" providerId="ADAL" clId="{43BFACFE-1040-4F3A-8457-A0A2EEE4ED46}" dt="2025-10-30T11:24:05.914" v="4" actId="1076"/>
        <pc:sldMkLst>
          <pc:docMk/>
          <pc:sldMk cId="4216648945" sldId="271"/>
        </pc:sldMkLst>
        <pc:spChg chg="mod">
          <ac:chgData name="Robert Pontius" userId="a44f9639-9fbb-4e05-802c-407466ea6190" providerId="ADAL" clId="{43BFACFE-1040-4F3A-8457-A0A2EEE4ED46}" dt="2025-10-30T11:23:51.674" v="2"/>
          <ac:spMkLst>
            <pc:docMk/>
            <pc:sldMk cId="4216648945" sldId="271"/>
            <ac:spMk id="7" creationId="{96C26221-B21C-498C-93E3-BCA9A2A9F228}"/>
          </ac:spMkLst>
        </pc:spChg>
        <pc:spChg chg="add mod">
          <ac:chgData name="Robert Pontius" userId="a44f9639-9fbb-4e05-802c-407466ea6190" providerId="ADAL" clId="{43BFACFE-1040-4F3A-8457-A0A2EEE4ED46}" dt="2025-10-30T11:24:05.914" v="4" actId="1076"/>
          <ac:spMkLst>
            <pc:docMk/>
            <pc:sldMk cId="4216648945" sldId="271"/>
            <ac:spMk id="8" creationId="{C527CE35-7C8C-4DCF-87F0-D643488BB05A}"/>
          </ac:spMkLst>
        </pc:spChg>
      </pc:sldChg>
      <pc:sldChg chg="addSp modSp mod">
        <pc:chgData name="Robert Pontius" userId="a44f9639-9fbb-4e05-802c-407466ea6190" providerId="ADAL" clId="{43BFACFE-1040-4F3A-8457-A0A2EEE4ED46}" dt="2025-10-30T11:24:26.183" v="6" actId="1076"/>
        <pc:sldMkLst>
          <pc:docMk/>
          <pc:sldMk cId="1480074329" sldId="272"/>
        </pc:sldMkLst>
        <pc:spChg chg="add mod">
          <ac:chgData name="Robert Pontius" userId="a44f9639-9fbb-4e05-802c-407466ea6190" providerId="ADAL" clId="{43BFACFE-1040-4F3A-8457-A0A2EEE4ED46}" dt="2025-10-30T11:24:26.183" v="6" actId="1076"/>
          <ac:spMkLst>
            <pc:docMk/>
            <pc:sldMk cId="1480074329" sldId="272"/>
            <ac:spMk id="9" creationId="{07921362-183B-4A12-95A0-31FE3BFB20C6}"/>
          </ac:spMkLst>
        </pc:spChg>
      </pc:sldChg>
      <pc:sldChg chg="addSp modSp mod">
        <pc:chgData name="Robert Pontius" userId="a44f9639-9fbb-4e05-802c-407466ea6190" providerId="ADAL" clId="{43BFACFE-1040-4F3A-8457-A0A2EEE4ED46}" dt="2025-10-30T11:25:14.097" v="8" actId="1076"/>
        <pc:sldMkLst>
          <pc:docMk/>
          <pc:sldMk cId="1158445341" sldId="273"/>
        </pc:sldMkLst>
        <pc:spChg chg="add mod">
          <ac:chgData name="Robert Pontius" userId="a44f9639-9fbb-4e05-802c-407466ea6190" providerId="ADAL" clId="{43BFACFE-1040-4F3A-8457-A0A2EEE4ED46}" dt="2025-10-30T11:25:14.097" v="8" actId="1076"/>
          <ac:spMkLst>
            <pc:docMk/>
            <pc:sldMk cId="1158445341" sldId="273"/>
            <ac:spMk id="8" creationId="{7CBB665F-F3A9-49A6-9A78-79FBB51E5C8E}"/>
          </ac:spMkLst>
        </pc:spChg>
      </pc:sldChg>
      <pc:sldChg chg="addSp modSp mod">
        <pc:chgData name="Robert Pontius" userId="a44f9639-9fbb-4e05-802c-407466ea6190" providerId="ADAL" clId="{43BFACFE-1040-4F3A-8457-A0A2EEE4ED46}" dt="2025-10-30T11:25:36.655" v="10" actId="1076"/>
        <pc:sldMkLst>
          <pc:docMk/>
          <pc:sldMk cId="345733914" sldId="274"/>
        </pc:sldMkLst>
        <pc:spChg chg="add mod">
          <ac:chgData name="Robert Pontius" userId="a44f9639-9fbb-4e05-802c-407466ea6190" providerId="ADAL" clId="{43BFACFE-1040-4F3A-8457-A0A2EEE4ED46}" dt="2025-10-30T11:25:36.655" v="10" actId="1076"/>
          <ac:spMkLst>
            <pc:docMk/>
            <pc:sldMk cId="345733914" sldId="274"/>
            <ac:spMk id="8" creationId="{29C11B79-7E66-40AC-A7E2-B75EDA1DD15B}"/>
          </ac:spMkLst>
        </pc:spChg>
      </pc:sldChg>
      <pc:sldChg chg="addSp modSp mod">
        <pc:chgData name="Robert Pontius" userId="a44f9639-9fbb-4e05-802c-407466ea6190" providerId="ADAL" clId="{43BFACFE-1040-4F3A-8457-A0A2EEE4ED46}" dt="2025-10-30T11:25:54.821" v="12" actId="1076"/>
        <pc:sldMkLst>
          <pc:docMk/>
          <pc:sldMk cId="2094404979" sldId="275"/>
        </pc:sldMkLst>
        <pc:spChg chg="add mod">
          <ac:chgData name="Robert Pontius" userId="a44f9639-9fbb-4e05-802c-407466ea6190" providerId="ADAL" clId="{43BFACFE-1040-4F3A-8457-A0A2EEE4ED46}" dt="2025-10-30T11:25:54.821" v="12" actId="1076"/>
          <ac:spMkLst>
            <pc:docMk/>
            <pc:sldMk cId="2094404979" sldId="275"/>
            <ac:spMk id="8" creationId="{81B8BF23-ACC4-4C79-B2D3-4CA92BEA34C0}"/>
          </ac:spMkLst>
        </pc:spChg>
      </pc:sldChg>
      <pc:sldChg chg="addSp modSp mod">
        <pc:chgData name="Robert Pontius" userId="a44f9639-9fbb-4e05-802c-407466ea6190" providerId="ADAL" clId="{43BFACFE-1040-4F3A-8457-A0A2EEE4ED46}" dt="2025-10-30T11:26:23.640" v="14" actId="1076"/>
        <pc:sldMkLst>
          <pc:docMk/>
          <pc:sldMk cId="657203541" sldId="276"/>
        </pc:sldMkLst>
        <pc:spChg chg="add mod">
          <ac:chgData name="Robert Pontius" userId="a44f9639-9fbb-4e05-802c-407466ea6190" providerId="ADAL" clId="{43BFACFE-1040-4F3A-8457-A0A2EEE4ED46}" dt="2025-10-30T11:26:23.640" v="14" actId="1076"/>
          <ac:spMkLst>
            <pc:docMk/>
            <pc:sldMk cId="657203541" sldId="276"/>
            <ac:spMk id="8" creationId="{6783C809-8A2F-4E4A-8A6E-A5CA1D0926D8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9T18:19:59.314" idx="1">
    <p:pos x="6182" y="2029"/>
    <p:text>Is higher when there is no change in X and loss in Y?</p:text>
    <p:extLst>
      <p:ext uri="{C676402C-5697-4E1C-873F-D02D1690AC5C}">
        <p15:threadingInfo xmlns:p15="http://schemas.microsoft.com/office/powerpoint/2012/main" timeZoneBias="240"/>
      </p:ext>
    </p:extLst>
  </p:cm>
  <p:cm authorId="1" dt="2025-10-29T18:20:30.330" idx="2">
    <p:pos x="6182" y="2547"/>
    <p:text>Same here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CE4C4-5896-4426-BACC-815CF175287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4132E-B102-45BB-8281-2DB4DBDC6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0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+2 = Gain in X and Loss in Y (2-(-1))</a:t>
            </a:r>
          </a:p>
          <a:p>
            <a:r>
              <a:rPr lang="en-US" dirty="0"/>
              <a:t>+1 = Gain in X and Y does not change. Or X does not change and Y loss. (1-0) and (0-(-1))</a:t>
            </a:r>
          </a:p>
          <a:p>
            <a:r>
              <a:rPr lang="en-US" dirty="0"/>
              <a:t>0= no change or both change in the same direction.</a:t>
            </a:r>
          </a:p>
          <a:p>
            <a:r>
              <a:rPr lang="en-US" dirty="0"/>
              <a:t>-1=Loss in X and no change in Y. X does not change and Gain in Y. (-1-0) and (0-1)</a:t>
            </a:r>
          </a:p>
          <a:p>
            <a:r>
              <a:rPr lang="en-US" dirty="0"/>
              <a:t>-2=Loss in X and Gain in Y. (-1-(1))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Gain=+1</a:t>
            </a:r>
            <a:br>
              <a:rPr lang="en-US" dirty="0"/>
            </a:br>
            <a:r>
              <a:rPr lang="en-US" dirty="0"/>
              <a:t>Loss = -1</a:t>
            </a:r>
            <a:br>
              <a:rPr lang="en-US" dirty="0"/>
            </a:br>
            <a:r>
              <a:rPr lang="en-US" dirty="0"/>
              <a:t>No change =0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4132E-B102-45BB-8281-2DB4DBDC60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3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EEA-4A62-40C8-BB49-DB1279E7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50873-FA8E-4D31-95C0-7516D430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A6D4-05A0-484C-8EC6-0BA91CAC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ABB3A-080B-43CC-90C9-E48FC4D4372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15AC-DDEF-4C9D-A200-7C53EBDD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5C34-1000-41DA-94B8-BE28DB96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6C94-9B47-4554-A980-81C0F4C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BA46-6CAF-4559-83F6-710EC75E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69DA-E8B2-4B59-8FA6-F609D41E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6750-84E8-437B-BA55-2064CB0CF43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3D86-1E63-481E-8C06-F260D10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D306-3700-400B-8868-AC245097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8D8B-E1A4-4C65-8960-127CB1B1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A0B8-5E30-437C-9167-992462562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FF45-3BF4-4BF6-8D26-87F479C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4CDE-964A-483C-BA2D-95C5D43F8DC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A9B2-051C-4562-ABA6-7F827D35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AF916-A686-499C-9108-EF989E90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CF68-5383-42DF-9936-37111EB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182F-21DC-4958-9C08-74986AD2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D88FE-5D42-4BC9-8AFF-61D52596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6D5D-60CA-4D52-873C-42E9C269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5D2-F412-4AB9-A2C6-35359F9BA1C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D2DD6-D635-4A60-A033-37988F1D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7ED60-892C-441F-866E-CDF94C3E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00A2-9E26-4DE5-AB1A-F2382DE6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B6545-8AA2-4DD0-8D30-B32CDD82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D7F03-8803-44A8-9BF5-3F955E836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657D9-F6ED-41BD-8E0B-995A56136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3B35B-00E9-41E7-8F6A-0A7C2B535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97771-53EC-4FB1-AFDA-74596E8E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8ECB-F4C4-4B30-B4D6-DD0F15F018C5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7C9FC-063B-43C7-9BD3-78A1EDC1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ABB8A-106B-4D4B-805D-2873DAC2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7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CB8-D132-4622-9777-66FAA5B9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D61D6-10D6-4336-B2B1-BE2436F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2DBA-7C12-4999-9BEE-7615F2E0A6CC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EF5BC-CC41-4DE8-BFCA-77CB5619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07112-0026-4DE9-ACEB-3148ED0A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14C7-CB94-48C6-8968-BFBCE737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9FA5-525D-4324-98C8-0ED1D83B046A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26A7B-FFE6-4CFD-95F6-86B99E2F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5B7B-2FD1-4A9D-BDA7-D75F0813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FE7E-2F22-422C-BBE1-5722CD04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A230-D0E3-4C63-902D-C7704415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3F1E-8766-4567-B771-2A573567E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C84E-69C0-4E55-9626-264D9A25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51B4-3409-4B73-9E8A-C91F391D7429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0254-6F0E-41EF-90AF-2D548992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888E-B2D9-417D-9751-66ABE128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F880-03E2-42F8-82EF-DE5C5C02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089BF-4B97-4D97-8065-1381AC19A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F8AD3-BF12-4F08-BD06-BB56AED4F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48938-8107-43F4-8660-CA7EFFE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313A-39A8-4B3D-AEB2-DEF34F2617B4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F6582-EDE2-480C-B5C6-E7902EB9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64EE6-2C5A-4659-BEDE-91D6CAF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A266-AB33-4C1A-9ABB-69704908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CF692-9377-4235-8479-F1B3EF075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344-E75F-41D2-BE9D-A75EE870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94C8C-67AA-4A84-9D0A-402329E3796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618DC-BBA9-434B-B285-108C052F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B04B-AFD9-4752-9304-1165AEDB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25ECF-6FE1-48EF-931F-6BB615C00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8405D-CA82-4540-B215-EFC332C42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DB30-9D31-4F9B-8F4D-385DF07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8BEF-598C-4015-ABE1-D56E6877D735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35B5-A0FF-4EA0-98B8-9A903C89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ABAF-5FC0-4126-A67F-AD84F617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FF56A-454D-4080-AF5F-EF2976D1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A134-F6F3-4CE4-9CEC-CD1D73C8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CA42-60E5-4C15-AC95-F39FA213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A3BF3-6D5D-4665-B3E0-2909FCF356E2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7616-0838-4A23-8D81-75B3272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0D88-8B1B-4880-A0F6-24536DB5D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comments" Target="../comments/commen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040E5-A490-4A7E-8FCD-565D94AE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3AE17-2DF9-4348-AF2E-6B069E5C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made the raster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made the maps.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X=pixel based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Y=object based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2010, 2012, 2014, 2016, 2018, 2021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F9749-A2C9-46C0-9357-CF91010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2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EDA2-221C-4258-AC0A-BCF87314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5" y="1246378"/>
            <a:ext cx="6403230" cy="55542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170C2-6721-40E2-BEF9-00F471F201B1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means both maps mapped that pixel present the same time point.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how many times the two maps registered a Hit at that location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values mean many Hits through time in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nonzero values mean only a few Hits through time in that pixel.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/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27CE35-7C8C-4DCF-87F0-D643488BB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374921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64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86C4DC-9C2D-4BFC-9635-5331A3FA2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E362AD-3767-4A14-A7A9-650D5C3FE666}"/>
              </a:ext>
            </a:extLst>
          </p:cNvPr>
          <p:cNvSpPr txBox="1"/>
          <p:nvPr/>
        </p:nvSpPr>
        <p:spPr>
          <a:xfrm>
            <a:off x="8792308" y="404446"/>
            <a:ext cx="3248507" cy="366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pixel’s value shows the cumulative difference in presence between the two maps across all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more total presence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than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time series marked presence the same number of time points.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legend from positive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/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21362-183B-4A12-95A0-31FE3BFB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168" y="423095"/>
                <a:ext cx="609414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7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664F5-F1B0-4808-8EBB-A90667143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1A08D-F4F1-478F-8F48-312A32980186}"/>
              </a:ext>
            </a:extLst>
          </p:cNvPr>
          <p:cNvSpPr txBox="1"/>
          <p:nvPr/>
        </p:nvSpPr>
        <p:spPr>
          <a:xfrm>
            <a:off x="8792308" y="2760788"/>
            <a:ext cx="3248507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temporal allocation difference at each pixel across time points, after removing net extent difference.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/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B665F-F3A9-49A6-9A78-79FBB51E5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95" y="254203"/>
                <a:ext cx="609414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44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8DCE-2BF0-46A2-A2E8-6A47DB77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FB5EE-3E5D-4E81-A59A-62AF7893B41A}"/>
              </a:ext>
            </a:extLst>
          </p:cNvPr>
          <p:cNvSpPr txBox="1"/>
          <p:nvPr/>
        </p:nvSpPr>
        <p:spPr>
          <a:xfrm>
            <a:off x="8792308" y="2083777"/>
            <a:ext cx="3248507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reports, for each pixel, how many time intervals show a change hit.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interval, count one when both series gain at the pixel. Count one when both series lose at that pixel. Otherwise count zero.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the series never change in the same direction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also means absence of the class!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/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1B79-7E66-40AC-A7E2-B75EDA1D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60" y="423479"/>
                <a:ext cx="6094140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3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51CE-BCE5-422A-A29F-249FDF895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DF64D3-10A9-4BCD-96EE-3D83CCBE54F4}"/>
              </a:ext>
            </a:extLst>
          </p:cNvPr>
          <p:cNvSpPr txBox="1"/>
          <p:nvPr/>
        </p:nvSpPr>
        <p:spPr>
          <a:xfrm>
            <a:off x="8792308" y="2083777"/>
            <a:ext cx="3248507" cy="310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net extent difference between the first and last time point at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(gained more or lost less).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mean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ends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means both series share the same start-end state at that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/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𝑇𝑛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B8BF23-ACC4-4C79-B2D3-4CA92BEA3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74" y="732645"/>
                <a:ext cx="6094140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40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EBB3C-1609-4D57-B61D-6C409C6E4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60ED63-EDA7-4D53-881C-C8D0E952DC9B}"/>
              </a:ext>
            </a:extLst>
          </p:cNvPr>
          <p:cNvSpPr txBox="1"/>
          <p:nvPr/>
        </p:nvSpPr>
        <p:spPr>
          <a:xfrm>
            <a:off x="8792308" y="2083777"/>
            <a:ext cx="324850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the change absolute difference summed across time intervals for each pixel.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these statements true to equation 54?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0 when both gain, both lose, or both stay stables.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core1 when one changes and the other stays stable.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2 when one gains while the other loses.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/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3C809-8A2F-4E4A-8A6E-A5CA1D09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446" y="365125"/>
                <a:ext cx="6094140" cy="972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20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538</Words>
  <Application>Microsoft Office PowerPoint</Application>
  <PresentationFormat>Widescreen</PresentationFormat>
  <Paragraphs>56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PIE data</vt:lpstr>
      <vt:lpstr>Equation 49 </vt:lpstr>
      <vt:lpstr>Equation 50</vt:lpstr>
      <vt:lpstr>Equation 51</vt:lpstr>
      <vt:lpstr>Equation 52</vt:lpstr>
      <vt:lpstr>Equation 53</vt:lpstr>
      <vt:lpstr>Equation 54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 data</dc:title>
  <dc:creator>Galvao da Fonseca, Antonio</dc:creator>
  <cp:lastModifiedBy>Galvao da Fonseca, Antonio</cp:lastModifiedBy>
  <cp:revision>55</cp:revision>
  <dcterms:created xsi:type="dcterms:W3CDTF">2025-10-28T16:18:41Z</dcterms:created>
  <dcterms:modified xsi:type="dcterms:W3CDTF">2025-10-30T13:06:06Z</dcterms:modified>
</cp:coreProperties>
</file>