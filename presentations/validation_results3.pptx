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308" r:id="rId3"/>
    <p:sldId id="256" r:id="rId4"/>
    <p:sldId id="267" r:id="rId5"/>
    <p:sldId id="268" r:id="rId6"/>
    <p:sldId id="317" r:id="rId7"/>
    <p:sldId id="265" r:id="rId8"/>
    <p:sldId id="297" r:id="rId9"/>
    <p:sldId id="298" r:id="rId10"/>
    <p:sldId id="299" r:id="rId11"/>
    <p:sldId id="309" r:id="rId12"/>
    <p:sldId id="310" r:id="rId13"/>
    <p:sldId id="311" r:id="rId14"/>
    <p:sldId id="312" r:id="rId15"/>
    <p:sldId id="304" r:id="rId16"/>
    <p:sldId id="305" r:id="rId17"/>
    <p:sldId id="306" r:id="rId18"/>
    <p:sldId id="307" r:id="rId19"/>
    <p:sldId id="313" r:id="rId20"/>
    <p:sldId id="314" r:id="rId21"/>
    <p:sldId id="315" r:id="rId22"/>
    <p:sldId id="31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6649E-9A8E-422B-B24E-DB4BFF16405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4F47-3900-4976-B53F-F2BF9D99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1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C1E3-2F12-4E05-89EA-9647CDFF9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50277-39AC-4F57-92F3-B17DD3436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30BA6-1CDE-4524-B6D6-18DC1D57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D1DB-75BF-4160-8443-3D68D9EE6D63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32DBE-ED9B-4394-9333-2FAFE368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B96C-43BD-4FF3-8F4A-E5B06B80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20904-F706-48C3-9D97-1E68CE76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16FB8-C505-49D4-B65E-A00A4ACF5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83A8A-8EBB-46C5-9BB8-1FCEF89E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AE16B-A67F-45EB-A1E1-5D2E472CD9B9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B99F-0BE5-4BF3-A025-9C00B6B0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15449-4397-4F5F-BEAE-C157ABA8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2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F4BA-0E5B-4573-AE03-65BD95FB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1C7F1-F8A4-417B-97FD-7B25BD639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9B81C-72E6-41CE-9EBF-4545C0C71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21D0-1716-4344-9325-DF672DFAF1F3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70AB0-22B7-46E2-82BA-00862E22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B51DF-65EC-4BB2-AF38-D0962EF3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0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F8E3-93E0-4B95-8822-0595722AF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682C0-D552-411C-BB3A-CC7F3F6E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C6C5-CB77-4005-8BD5-7A8CE7094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9E53D-E04D-4098-9531-E6334DC09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6B06-0C75-4C62-AF6B-10BED3EBE226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67C5C-FED0-4F93-981B-FF3A739D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0BB0B-D576-46E6-9DB0-62ED9906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8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7B56E-368E-41FE-991A-486E98F41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AFD2A-DCC8-43D5-8912-DCA1B3D68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0B422-2F14-46BD-AFA0-A12BC5BD7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85EE7-FD38-4423-98BE-B83440D16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C3C0C-215F-49A9-9E8C-3E26BBF6F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FE123-23A7-4935-BC1D-22F064DF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59A9-176F-4BD0-B4AC-A377C89EBE2A}" type="datetime1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D2DC5-C46F-4FF4-A5ED-B5B2C051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99610D-AF6E-4EF1-AFB8-9A55C582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8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DF78-4BED-4EFC-BFE3-1EE8399F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AEB79-B81D-4A6D-B52F-531CA6CD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72311-A2DA-4C37-8940-DBB3AA3B80C6}" type="datetime1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B49D5-C763-4283-B34C-F6DB9931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99785-3ACB-4081-A5E4-4ED596AE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58829-44AE-4A1C-983F-A82110D8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C383-2E11-40B7-AA89-98AB224D34CC}" type="datetime1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2EF3A-7D83-48FF-A9A0-0292561D3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D85C1-B8FE-4434-911F-64018A35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26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EB236-51A8-455C-B163-E8A6EF62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07780-6FD3-4B77-B48E-A2CD03D4C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7F293-A6D3-4EA2-B06B-BC1C1058A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E413D-699F-4996-A022-7AEF0234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E9B79-8A1E-4881-9DCD-8B9CB59E2A4F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419E0-CAB5-4B97-9B28-ACBB42A1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3FC00-C5EC-485C-AA6C-2CEB1857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7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A8C4-1570-4180-A36E-826DF3A0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8165F-F8FE-4397-8E4C-A272C4C4A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CDB92-D1D9-464E-A2C3-E42E1C217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76D59-E30E-469D-BB3A-CCEBB7803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6B0B8-2F97-4340-AFDE-113547E522B3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CC2D2-1E77-4543-8468-1FF10339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6F5ED-700D-4194-B34A-0E08AA1C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8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3C6C-A496-4F3C-8090-20A75B56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4F277-DBEF-4BA2-9B97-B336D716A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F2104-D5C5-442D-AE97-E5A612966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F3DB-A418-4B11-A5C9-DDE3A90E6B79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19D47-552E-4C13-BA59-319175C62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ED3B2-D92E-4995-B73E-BF2B8819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38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F4780-5776-4E33-9CCF-50A67DAB5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28169-FC00-44EC-A98E-C7BACDBB8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A9BCC-E6A8-45CE-AC47-0D11DFA3D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FCA-0293-496E-B74F-46BB799AF43C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9C287-BDD1-4E19-B31A-B2326408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6F85A-2AC7-42C9-8021-7FCE82A4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8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66B7EF-AE7B-4735-9D4F-9AE17B21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3AF44-691F-46A0-8A0E-DCE527EEB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B7516-3BC8-4C9A-9FF2-7154095FD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EB2F6-0EEB-4518-A185-6035627DD751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ED8AC-A6C1-4A5D-8FD6-144503D04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A018F-D7F0-4829-B249-397FBACD5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8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846386-E384-4475-837E-0CEE3E9D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C32C-813B-4D05-8B94-B151BDE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the lines from the format on slide 2 of validation_results2.pptx that shows the size of presence.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legend for the figures that have stacked bars, instead of misses, write y&lt;x for presence and gain. Instead of misses, write |y|&lt;|x| for loss. Instead of false alarms, write x&gt;y for presence and gain. Instead of false alarms, write |x|&gt;|y| for loss. Pontius does not know whether we should change the legend from Hits to Agreement. Hits is more specific than Agreement but Hits seems to be jargon</a:t>
            </a:r>
          </a:p>
          <a:p>
            <a:pPr marL="457200" indent="-4572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A4DB7-28C7-459D-A56D-31913D6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3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846386-E384-4475-837E-0CEE3E9D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C32C-813B-4D05-8B94-B151BDE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A4DB7-28C7-459D-A56D-31913D6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7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119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Agreement graphic using Toy data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FE6CD9-7EBE-4ABC-ACBF-46FDCA99D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0407" y="1469690"/>
            <a:ext cx="8897111" cy="508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32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119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Losses and Gross Gains graphic using Toy data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18B33-6B35-46FA-9CDF-B9BEA5597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0409" y="1711429"/>
            <a:ext cx="8343305" cy="428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20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119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change graphic using Toy data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917BD7-A753-41D1-BB6B-3BC23C636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0409" y="1699394"/>
            <a:ext cx="8343304" cy="430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76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846386-E384-4475-837E-0CEE3E9D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C32C-813B-4D05-8B94-B151BDE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the lines from the format on slide 2 of validation_results2.pptx that shows the size of presence.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legend for the figures that have stacked bars, instead of misses, write y&lt;x for presence and gain. Instead of misses, write |y|&lt;|x| for loss. Instead of false alarms, write x&gt;y for presence and gain. Instead of false alarms, write |x|&gt;|y| for loss. Pontius does not know whether we should change the legend from Hits to Agreement. Hits is more specific than Agreement but Hits seems to be jargon</a:t>
            </a:r>
          </a:p>
          <a:p>
            <a:pPr marL="457200" indent="-4572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A4DB7-28C7-459D-A56D-31913D6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5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846386-E384-4475-837E-0CEE3E9D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Savanna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C32C-813B-4D05-8B94-B151BDE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MapBiomas Collection 6 and Collection 8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A4DB7-28C7-459D-A56D-31913D6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2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119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Agreement graphic using Savanna class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14ADB-176C-448C-A429-34F4575C8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0755" y="1276071"/>
            <a:ext cx="8890488" cy="508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80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0691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Losses and Gross Gains graphics using Savanna class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867E6-2C51-4286-805F-C1B6A7015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0955" y="982579"/>
            <a:ext cx="10410090" cy="53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2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1FB31-BA6A-4EAE-A15A-FDFB4FE751B3}"/>
              </a:ext>
            </a:extLst>
          </p:cNvPr>
          <p:cNvSpPr txBox="1"/>
          <p:nvPr/>
        </p:nvSpPr>
        <p:spPr>
          <a:xfrm>
            <a:off x="316523" y="362930"/>
            <a:ext cx="10691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Losses and Net Gains graphics using Savanna class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14C2E-B2FA-4F65-8C52-115D31BDFE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7211" y="982579"/>
            <a:ext cx="10354530" cy="53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96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D6F0EF-B47B-4677-9345-A05304873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602" y="0"/>
            <a:ext cx="5169979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93E83-77FA-4C3B-BC6A-E6FBAE7E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84CE0-E5CD-43EF-95C7-7B396D285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37" y="0"/>
            <a:ext cx="553093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D56CAE-994F-4C74-AA50-4BEE12C38BBA}"/>
              </a:ext>
            </a:extLst>
          </p:cNvPr>
          <p:cNvSpPr txBox="1"/>
          <p:nvPr/>
        </p:nvSpPr>
        <p:spPr>
          <a:xfrm>
            <a:off x="4273062" y="378069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72F98-BECE-4515-AB82-0F60865A6B74}"/>
              </a:ext>
            </a:extLst>
          </p:cNvPr>
          <p:cNvSpPr txBox="1"/>
          <p:nvPr/>
        </p:nvSpPr>
        <p:spPr>
          <a:xfrm>
            <a:off x="10017420" y="372262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4013208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639CF7-AA7B-4B68-B616-D1B8512C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200" y="0"/>
            <a:ext cx="5548565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93E83-77FA-4C3B-BC6A-E6FBAE7E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64646F-B4BC-4F6A-8A3C-75659EFACA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785" y="0"/>
            <a:ext cx="509501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5289DB-C994-4E4B-84E7-A36DDE5BD14C}"/>
              </a:ext>
            </a:extLst>
          </p:cNvPr>
          <p:cNvSpPr txBox="1"/>
          <p:nvPr/>
        </p:nvSpPr>
        <p:spPr>
          <a:xfrm>
            <a:off x="4273062" y="378069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A8791-F8CD-4CD5-A396-E9DC44C07D20}"/>
              </a:ext>
            </a:extLst>
          </p:cNvPr>
          <p:cNvSpPr txBox="1"/>
          <p:nvPr/>
        </p:nvSpPr>
        <p:spPr>
          <a:xfrm>
            <a:off x="10017420" y="372262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1783616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9878B02-D1D2-496A-AE93-EB3EDC392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96" y="-8792"/>
            <a:ext cx="503096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2CF7E8-AAF1-45EF-8C8C-C359DB27B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637" y="2337"/>
            <a:ext cx="5577635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93E83-77FA-4C3B-BC6A-E6FBAE7E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5BABD2-DD04-4F2F-A902-70B563FE6088}"/>
              </a:ext>
            </a:extLst>
          </p:cNvPr>
          <p:cNvSpPr txBox="1"/>
          <p:nvPr/>
        </p:nvSpPr>
        <p:spPr>
          <a:xfrm>
            <a:off x="4273062" y="378069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F9DFC-E9A5-4E81-AAAC-29B7FF5A85B4}"/>
              </a:ext>
            </a:extLst>
          </p:cNvPr>
          <p:cNvSpPr txBox="1"/>
          <p:nvPr/>
        </p:nvSpPr>
        <p:spPr>
          <a:xfrm>
            <a:off x="10017420" y="372262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3790577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306948-EFE6-4CD8-8DFA-E7C45E77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96" y="-8792"/>
            <a:ext cx="5454625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93E83-77FA-4C3B-BC6A-E6FBAE7E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874415-A4AF-4C8C-A08D-230544C46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37" y="0"/>
            <a:ext cx="547448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6D0914-7F77-4724-967E-8D82A7C2D3AE}"/>
              </a:ext>
            </a:extLst>
          </p:cNvPr>
          <p:cNvSpPr txBox="1"/>
          <p:nvPr/>
        </p:nvSpPr>
        <p:spPr>
          <a:xfrm>
            <a:off x="4273062" y="378069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684C1-3CB5-4343-A5F3-E56C9057F9F2}"/>
              </a:ext>
            </a:extLst>
          </p:cNvPr>
          <p:cNvSpPr txBox="1"/>
          <p:nvPr/>
        </p:nvSpPr>
        <p:spPr>
          <a:xfrm>
            <a:off x="10017420" y="372262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593288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846386-E384-4475-837E-0CEE3E9D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water time series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C32C-813B-4D05-8B94-B151BDE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 method and object-based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A4DB7-28C7-459D-A56D-31913D6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97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119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Agreement graphic using PIE data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E9BDD-918B-4CA1-879A-484D9A1A3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0756" y="1276071"/>
            <a:ext cx="8890486" cy="508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24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09D27E-401F-42EA-A419-5A12AEF8A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573" y="1150842"/>
            <a:ext cx="10825109" cy="5551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0691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Losses and Gross Gains graphics using PIE data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73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9084B6-159B-4D71-BB1F-46BC60673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221" y="1151617"/>
            <a:ext cx="10764324" cy="555019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2597C8-E9B4-4015-8C25-70C57DD4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1A085E-4272-4160-8E78-B3191871F9CE}"/>
              </a:ext>
            </a:extLst>
          </p:cNvPr>
          <p:cNvSpPr txBox="1"/>
          <p:nvPr/>
        </p:nvSpPr>
        <p:spPr>
          <a:xfrm>
            <a:off x="316523" y="362930"/>
            <a:ext cx="10691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Losses and Net Gains graphics using PIE data</a:t>
            </a:r>
          </a:p>
        </p:txBody>
      </p:sp>
    </p:spTree>
    <p:extLst>
      <p:ext uri="{BB962C8B-B14F-4D97-AF65-F5344CB8AC3E}">
        <p14:creationId xmlns:p14="http://schemas.microsoft.com/office/powerpoint/2010/main" val="1343577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E3C6CE4-7FAC-4319-8F3A-217BFDCCC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953" y="1259058"/>
            <a:ext cx="5408817" cy="45262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93E83-77FA-4C3B-BC6A-E6FBAE7E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33F0B-5586-4B77-870E-031881622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149" y="1257300"/>
            <a:ext cx="5647313" cy="45280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81F884-E6D7-4ABD-84DA-91C708880837}"/>
              </a:ext>
            </a:extLst>
          </p:cNvPr>
          <p:cNvSpPr txBox="1"/>
          <p:nvPr/>
        </p:nvSpPr>
        <p:spPr>
          <a:xfrm>
            <a:off x="4273062" y="378069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DEB093-873F-485A-B6AD-B40036694EFD}"/>
              </a:ext>
            </a:extLst>
          </p:cNvPr>
          <p:cNvSpPr txBox="1"/>
          <p:nvPr/>
        </p:nvSpPr>
        <p:spPr>
          <a:xfrm>
            <a:off x="10017420" y="372262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228737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93E83-77FA-4C3B-BC6A-E6FBAE7E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48EF5-1F75-4461-B7C2-3C10CC35A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149" y="1257300"/>
            <a:ext cx="5260782" cy="4526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7E6FBD-8217-4E3A-A875-39658C5A6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953" y="1257300"/>
            <a:ext cx="5486532" cy="4526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A3D60C-405D-47CB-8BC5-C255B95CADE8}"/>
              </a:ext>
            </a:extLst>
          </p:cNvPr>
          <p:cNvSpPr txBox="1"/>
          <p:nvPr/>
        </p:nvSpPr>
        <p:spPr>
          <a:xfrm>
            <a:off x="4273062" y="378069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63C6B-F28F-4BA1-B282-BA42A05F1662}"/>
              </a:ext>
            </a:extLst>
          </p:cNvPr>
          <p:cNvSpPr txBox="1"/>
          <p:nvPr/>
        </p:nvSpPr>
        <p:spPr>
          <a:xfrm>
            <a:off x="10017420" y="372262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403891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93E83-77FA-4C3B-BC6A-E6FBAE7E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D44851-1343-4160-81A8-65C97B871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149" y="1257300"/>
            <a:ext cx="5675304" cy="4526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E372BC-42B2-4780-94B6-FCCEACE13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953" y="1257300"/>
            <a:ext cx="5317068" cy="4526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FE16F9-E20B-499B-8FBD-97D1103AD672}"/>
              </a:ext>
            </a:extLst>
          </p:cNvPr>
          <p:cNvSpPr txBox="1"/>
          <p:nvPr/>
        </p:nvSpPr>
        <p:spPr>
          <a:xfrm>
            <a:off x="4273062" y="378069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68ADF-B171-4B2F-987F-88FE3796DDF2}"/>
              </a:ext>
            </a:extLst>
          </p:cNvPr>
          <p:cNvSpPr txBox="1"/>
          <p:nvPr/>
        </p:nvSpPr>
        <p:spPr>
          <a:xfrm>
            <a:off x="10017420" y="372262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1969283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93E83-77FA-4C3B-BC6A-E6FBAE7E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7FE2D-885F-490A-8999-B415557E9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149" y="1257300"/>
            <a:ext cx="5473157" cy="4526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A0DC57-1894-4D14-90B0-D07008F1D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953" y="1257300"/>
            <a:ext cx="5461245" cy="4526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B972D6-B7F9-4A7E-9A81-28E0F20C1A94}"/>
              </a:ext>
            </a:extLst>
          </p:cNvPr>
          <p:cNvSpPr txBox="1"/>
          <p:nvPr/>
        </p:nvSpPr>
        <p:spPr>
          <a:xfrm>
            <a:off x="4273062" y="378069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5D090-1DC4-495F-B125-D24174C1A1C7}"/>
              </a:ext>
            </a:extLst>
          </p:cNvPr>
          <p:cNvSpPr txBox="1"/>
          <p:nvPr/>
        </p:nvSpPr>
        <p:spPr>
          <a:xfrm>
            <a:off x="10017420" y="372262"/>
            <a:ext cx="16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609358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9831</TotalTime>
  <Words>371</Words>
  <Application>Microsoft Office PowerPoint</Application>
  <PresentationFormat>Widescreen</PresentationFormat>
  <Paragraphs>58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Updates</vt:lpstr>
      <vt:lpstr>Toy Data</vt:lpstr>
      <vt:lpstr>PowerPoint Presentation</vt:lpstr>
      <vt:lpstr>PowerPoint Presentation</vt:lpstr>
      <vt:lpstr>PowerPoint Presentation</vt:lpstr>
      <vt:lpstr>Updates</vt:lpstr>
      <vt:lpstr>Savanna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PIE water time series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Galvao da Fonseca, Antonio</dc:creator>
  <cp:lastModifiedBy>Galvao da Fonseca, Antonio</cp:lastModifiedBy>
  <cp:revision>117</cp:revision>
  <dcterms:created xsi:type="dcterms:W3CDTF">2025-07-25T14:31:48Z</dcterms:created>
  <dcterms:modified xsi:type="dcterms:W3CDTF">2025-08-27T18:58:14Z</dcterms:modified>
</cp:coreProperties>
</file>