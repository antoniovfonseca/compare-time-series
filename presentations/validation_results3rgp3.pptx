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08" r:id="rId2"/>
    <p:sldId id="352" r:id="rId3"/>
    <p:sldId id="353" r:id="rId4"/>
    <p:sldId id="354" r:id="rId5"/>
    <p:sldId id="265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75" r:id="rId26"/>
    <p:sldId id="365" r:id="rId27"/>
    <p:sldId id="366" r:id="rId28"/>
    <p:sldId id="36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Pontius" userId="a44f9639-9fbb-4e05-802c-407466ea6190" providerId="ADAL" clId="{204FD234-4EA8-4D0D-A3CB-FCD9C1E3024E}"/>
    <pc:docChg chg="undo custSel modSld">
      <pc:chgData name="Robert Pontius" userId="a44f9639-9fbb-4e05-802c-407466ea6190" providerId="ADAL" clId="{204FD234-4EA8-4D0D-A3CB-FCD9C1E3024E}" dt="2025-08-29T15:15:26.435" v="4412" actId="20577"/>
      <pc:docMkLst>
        <pc:docMk/>
      </pc:docMkLst>
      <pc:sldChg chg="addSp delSp modSp mod">
        <pc:chgData name="Robert Pontius" userId="a44f9639-9fbb-4e05-802c-407466ea6190" providerId="ADAL" clId="{204FD234-4EA8-4D0D-A3CB-FCD9C1E3024E}" dt="2025-08-27T23:37:50.940" v="1291" actId="20577"/>
        <pc:sldMkLst>
          <pc:docMk/>
          <pc:sldMk cId="2313232701" sldId="256"/>
        </pc:sldMkLst>
        <pc:spChg chg="add del mod">
          <ac:chgData name="Robert Pontius" userId="a44f9639-9fbb-4e05-802c-407466ea6190" providerId="ADAL" clId="{204FD234-4EA8-4D0D-A3CB-FCD9C1E3024E}" dt="2025-08-27T22:46:37.507" v="74" actId="478"/>
          <ac:spMkLst>
            <pc:docMk/>
            <pc:sldMk cId="2313232701" sldId="256"/>
            <ac:spMk id="2" creationId="{296E192B-2D47-4477-B499-5B679DB7BBB7}"/>
          </ac:spMkLst>
        </pc:spChg>
        <pc:spChg chg="add del mod">
          <ac:chgData name="Robert Pontius" userId="a44f9639-9fbb-4e05-802c-407466ea6190" providerId="ADAL" clId="{204FD234-4EA8-4D0D-A3CB-FCD9C1E3024E}" dt="2025-08-27T22:50:41.442" v="192" actId="478"/>
          <ac:spMkLst>
            <pc:docMk/>
            <pc:sldMk cId="2313232701" sldId="256"/>
            <ac:spMk id="7" creationId="{5377DFFB-26D1-4729-8A61-888C0F676688}"/>
          </ac:spMkLst>
        </pc:spChg>
        <pc:spChg chg="add mod">
          <ac:chgData name="Robert Pontius" userId="a44f9639-9fbb-4e05-802c-407466ea6190" providerId="ADAL" clId="{204FD234-4EA8-4D0D-A3CB-FCD9C1E3024E}" dt="2025-08-27T23:37:50.940" v="1291" actId="20577"/>
          <ac:spMkLst>
            <pc:docMk/>
            <pc:sldMk cId="2313232701" sldId="256"/>
            <ac:spMk id="10" creationId="{56CC69BE-B20B-4A80-B2B1-8F6FD7763FA4}"/>
          </ac:spMkLst>
        </pc:spChg>
      </pc:sldChg>
      <pc:sldChg chg="addSp modSp mod">
        <pc:chgData name="Robert Pontius" userId="a44f9639-9fbb-4e05-802c-407466ea6190" providerId="ADAL" clId="{204FD234-4EA8-4D0D-A3CB-FCD9C1E3024E}" dt="2025-08-29T15:05:10.151" v="3327" actId="1035"/>
        <pc:sldMkLst>
          <pc:docMk/>
          <pc:sldMk cId="3456831911" sldId="260"/>
        </pc:sldMkLst>
        <pc:spChg chg="add mod">
          <ac:chgData name="Robert Pontius" userId="a44f9639-9fbb-4e05-802c-407466ea6190" providerId="ADAL" clId="{204FD234-4EA8-4D0D-A3CB-FCD9C1E3024E}" dt="2025-08-29T15:05:10.151" v="3327" actId="1035"/>
          <ac:spMkLst>
            <pc:docMk/>
            <pc:sldMk cId="3456831911" sldId="260"/>
            <ac:spMk id="5" creationId="{832E8A32-9F21-4BA5-8E46-D5A94BA42FA2}"/>
          </ac:spMkLst>
        </pc:spChg>
      </pc:sldChg>
      <pc:sldChg chg="addSp delSp modSp mod">
        <pc:chgData name="Robert Pontius" userId="a44f9639-9fbb-4e05-802c-407466ea6190" providerId="ADAL" clId="{204FD234-4EA8-4D0D-A3CB-FCD9C1E3024E}" dt="2025-08-28T18:55:22.133" v="2758" actId="20577"/>
        <pc:sldMkLst>
          <pc:docMk/>
          <pc:sldMk cId="4193320713" sldId="267"/>
        </pc:sldMkLst>
        <pc:spChg chg="add del mod">
          <ac:chgData name="Robert Pontius" userId="a44f9639-9fbb-4e05-802c-407466ea6190" providerId="ADAL" clId="{204FD234-4EA8-4D0D-A3CB-FCD9C1E3024E}" dt="2025-08-27T22:50:34.507" v="190" actId="478"/>
          <ac:spMkLst>
            <pc:docMk/>
            <pc:sldMk cId="4193320713" sldId="267"/>
            <ac:spMk id="6" creationId="{7DDB5B97-B6C4-4F4E-9DD4-8070EAB277B6}"/>
          </ac:spMkLst>
        </pc:spChg>
        <pc:spChg chg="add mod">
          <ac:chgData name="Robert Pontius" userId="a44f9639-9fbb-4e05-802c-407466ea6190" providerId="ADAL" clId="{204FD234-4EA8-4D0D-A3CB-FCD9C1E3024E}" dt="2025-08-28T18:55:22.133" v="2758" actId="20577"/>
          <ac:spMkLst>
            <pc:docMk/>
            <pc:sldMk cId="4193320713" sldId="267"/>
            <ac:spMk id="7" creationId="{7D37FEAB-11A8-4D0A-AD6C-E63C98FE8E86}"/>
          </ac:spMkLst>
        </pc:spChg>
      </pc:sldChg>
      <pc:sldChg chg="addSp delSp modSp mod">
        <pc:chgData name="Robert Pontius" userId="a44f9639-9fbb-4e05-802c-407466ea6190" providerId="ADAL" clId="{204FD234-4EA8-4D0D-A3CB-FCD9C1E3024E}" dt="2025-08-28T18:55:43.651" v="2765" actId="1035"/>
        <pc:sldMkLst>
          <pc:docMk/>
          <pc:sldMk cId="2005176352" sldId="268"/>
        </pc:sldMkLst>
        <pc:spChg chg="add del mod">
          <ac:chgData name="Robert Pontius" userId="a44f9639-9fbb-4e05-802c-407466ea6190" providerId="ADAL" clId="{204FD234-4EA8-4D0D-A3CB-FCD9C1E3024E}" dt="2025-08-27T22:49:59.025" v="186" actId="478"/>
          <ac:spMkLst>
            <pc:docMk/>
            <pc:sldMk cId="2005176352" sldId="268"/>
            <ac:spMk id="6" creationId="{D9928992-2ABD-470E-9E60-72A3251BDE90}"/>
          </ac:spMkLst>
        </pc:spChg>
        <pc:spChg chg="add mod">
          <ac:chgData name="Robert Pontius" userId="a44f9639-9fbb-4e05-802c-407466ea6190" providerId="ADAL" clId="{204FD234-4EA8-4D0D-A3CB-FCD9C1E3024E}" dt="2025-08-28T18:55:43.651" v="2765" actId="1035"/>
          <ac:spMkLst>
            <pc:docMk/>
            <pc:sldMk cId="2005176352" sldId="268"/>
            <ac:spMk id="7" creationId="{2BC9ADE8-5368-4F67-B96F-10CF9BC4019A}"/>
          </ac:spMkLst>
        </pc:spChg>
      </pc:sldChg>
      <pc:sldChg chg="addSp delSp modSp mod">
        <pc:chgData name="Robert Pontius" userId="a44f9639-9fbb-4e05-802c-407466ea6190" providerId="ADAL" clId="{204FD234-4EA8-4D0D-A3CB-FCD9C1E3024E}" dt="2025-08-27T23:39:30.857" v="1295" actId="20577"/>
        <pc:sldMkLst>
          <pc:docMk/>
          <pc:sldMk cId="312780598" sldId="297"/>
        </pc:sldMkLst>
        <pc:spChg chg="add del mod">
          <ac:chgData name="Robert Pontius" userId="a44f9639-9fbb-4e05-802c-407466ea6190" providerId="ADAL" clId="{204FD234-4EA8-4D0D-A3CB-FCD9C1E3024E}" dt="2025-08-27T22:49:37.271" v="184" actId="478"/>
          <ac:spMkLst>
            <pc:docMk/>
            <pc:sldMk cId="312780598" sldId="297"/>
            <ac:spMk id="6" creationId="{FBE4AF9A-59E0-4DDC-988B-C51978B5E1DF}"/>
          </ac:spMkLst>
        </pc:spChg>
        <pc:spChg chg="add mod">
          <ac:chgData name="Robert Pontius" userId="a44f9639-9fbb-4e05-802c-407466ea6190" providerId="ADAL" clId="{204FD234-4EA8-4D0D-A3CB-FCD9C1E3024E}" dt="2025-08-27T23:39:30.857" v="1295" actId="20577"/>
          <ac:spMkLst>
            <pc:docMk/>
            <pc:sldMk cId="312780598" sldId="297"/>
            <ac:spMk id="7" creationId="{D5F31619-8EC7-4E57-AB10-82BD969EEE16}"/>
          </ac:spMkLst>
        </pc:spChg>
      </pc:sldChg>
      <pc:sldChg chg="addSp delSp modSp mod">
        <pc:chgData name="Robert Pontius" userId="a44f9639-9fbb-4e05-802c-407466ea6190" providerId="ADAL" clId="{204FD234-4EA8-4D0D-A3CB-FCD9C1E3024E}" dt="2025-08-28T18:56:18.502" v="2795" actId="20577"/>
        <pc:sldMkLst>
          <pc:docMk/>
          <pc:sldMk cId="1270121230" sldId="298"/>
        </pc:sldMkLst>
        <pc:spChg chg="add del mod">
          <ac:chgData name="Robert Pontius" userId="a44f9639-9fbb-4e05-802c-407466ea6190" providerId="ADAL" clId="{204FD234-4EA8-4D0D-A3CB-FCD9C1E3024E}" dt="2025-08-27T22:47:44.462" v="110" actId="478"/>
          <ac:spMkLst>
            <pc:docMk/>
            <pc:sldMk cId="1270121230" sldId="298"/>
            <ac:spMk id="6" creationId="{3849BEDA-FE63-4D61-8184-483FAFFB9A83}"/>
          </ac:spMkLst>
        </pc:spChg>
        <pc:spChg chg="add del mod">
          <ac:chgData name="Robert Pontius" userId="a44f9639-9fbb-4e05-802c-407466ea6190" providerId="ADAL" clId="{204FD234-4EA8-4D0D-A3CB-FCD9C1E3024E}" dt="2025-08-27T22:49:25.226" v="182" actId="478"/>
          <ac:spMkLst>
            <pc:docMk/>
            <pc:sldMk cId="1270121230" sldId="298"/>
            <ac:spMk id="7" creationId="{EA450429-2DBD-40D2-83EC-D9A36335742E}"/>
          </ac:spMkLst>
        </pc:spChg>
        <pc:spChg chg="add mod">
          <ac:chgData name="Robert Pontius" userId="a44f9639-9fbb-4e05-802c-407466ea6190" providerId="ADAL" clId="{204FD234-4EA8-4D0D-A3CB-FCD9C1E3024E}" dt="2025-08-28T18:56:18.502" v="2795" actId="20577"/>
          <ac:spMkLst>
            <pc:docMk/>
            <pc:sldMk cId="1270121230" sldId="298"/>
            <ac:spMk id="10" creationId="{74A154C3-7805-44F3-B2C5-85B15F3BA4DD}"/>
          </ac:spMkLst>
        </pc:spChg>
      </pc:sldChg>
      <pc:sldChg chg="addSp modSp mod">
        <pc:chgData name="Robert Pontius" userId="a44f9639-9fbb-4e05-802c-407466ea6190" providerId="ADAL" clId="{204FD234-4EA8-4D0D-A3CB-FCD9C1E3024E}" dt="2025-08-28T18:56:34.250" v="2800" actId="20577"/>
        <pc:sldMkLst>
          <pc:docMk/>
          <pc:sldMk cId="2714396869" sldId="299"/>
        </pc:sldMkLst>
        <pc:spChg chg="add mod">
          <ac:chgData name="Robert Pontius" userId="a44f9639-9fbb-4e05-802c-407466ea6190" providerId="ADAL" clId="{204FD234-4EA8-4D0D-A3CB-FCD9C1E3024E}" dt="2025-08-28T18:56:34.250" v="2800" actId="20577"/>
          <ac:spMkLst>
            <pc:docMk/>
            <pc:sldMk cId="2714396869" sldId="299"/>
            <ac:spMk id="5" creationId="{2FCC163F-3CCF-4D32-8419-7F4CA7398B9D}"/>
          </ac:spMkLst>
        </pc:spChg>
      </pc:sldChg>
      <pc:sldChg chg="addSp modSp mod">
        <pc:chgData name="Robert Pontius" userId="a44f9639-9fbb-4e05-802c-407466ea6190" providerId="ADAL" clId="{204FD234-4EA8-4D0D-A3CB-FCD9C1E3024E}" dt="2025-08-29T15:09:39.638" v="3576" actId="14100"/>
        <pc:sldMkLst>
          <pc:docMk/>
          <pc:sldMk cId="4013208959" sldId="309"/>
        </pc:sldMkLst>
        <pc:spChg chg="add mod">
          <ac:chgData name="Robert Pontius" userId="a44f9639-9fbb-4e05-802c-407466ea6190" providerId="ADAL" clId="{204FD234-4EA8-4D0D-A3CB-FCD9C1E3024E}" dt="2025-08-29T15:09:39.638" v="3576" actId="14100"/>
          <ac:spMkLst>
            <pc:docMk/>
            <pc:sldMk cId="4013208959" sldId="309"/>
            <ac:spMk id="4" creationId="{C2A13F53-8AFE-4D6A-9BD2-9A18F6E066AC}"/>
          </ac:spMkLst>
        </pc:spChg>
      </pc:sldChg>
      <pc:sldChg chg="addSp modSp mod">
        <pc:chgData name="Robert Pontius" userId="a44f9639-9fbb-4e05-802c-407466ea6190" providerId="ADAL" clId="{204FD234-4EA8-4D0D-A3CB-FCD9C1E3024E}" dt="2025-08-29T15:10:56.580" v="3698" actId="20577"/>
        <pc:sldMkLst>
          <pc:docMk/>
          <pc:sldMk cId="1783616538" sldId="310"/>
        </pc:sldMkLst>
        <pc:spChg chg="add mod">
          <ac:chgData name="Robert Pontius" userId="a44f9639-9fbb-4e05-802c-407466ea6190" providerId="ADAL" clId="{204FD234-4EA8-4D0D-A3CB-FCD9C1E3024E}" dt="2025-08-29T15:10:56.580" v="3698" actId="20577"/>
          <ac:spMkLst>
            <pc:docMk/>
            <pc:sldMk cId="1783616538" sldId="310"/>
            <ac:spMk id="8" creationId="{1ABFFAC1-D99C-4205-A6D2-E10103F0E718}"/>
          </ac:spMkLst>
        </pc:spChg>
        <pc:picChg chg="mod">
          <ac:chgData name="Robert Pontius" userId="a44f9639-9fbb-4e05-802c-407466ea6190" providerId="ADAL" clId="{204FD234-4EA8-4D0D-A3CB-FCD9C1E3024E}" dt="2025-08-27T23:45:28.723" v="1339" actId="1076"/>
          <ac:picMkLst>
            <pc:docMk/>
            <pc:sldMk cId="1783616538" sldId="310"/>
            <ac:picMk id="6" creationId="{7C64646F-B4BC-4F6A-8A3C-75659EFACA43}"/>
          </ac:picMkLst>
        </pc:picChg>
      </pc:sldChg>
      <pc:sldChg chg="addSp modSp mod">
        <pc:chgData name="Robert Pontius" userId="a44f9639-9fbb-4e05-802c-407466ea6190" providerId="ADAL" clId="{204FD234-4EA8-4D0D-A3CB-FCD9C1E3024E}" dt="2025-08-29T15:12:55.359" v="4001" actId="20577"/>
        <pc:sldMkLst>
          <pc:docMk/>
          <pc:sldMk cId="3790577345" sldId="311"/>
        </pc:sldMkLst>
        <pc:spChg chg="add mod">
          <ac:chgData name="Robert Pontius" userId="a44f9639-9fbb-4e05-802c-407466ea6190" providerId="ADAL" clId="{204FD234-4EA8-4D0D-A3CB-FCD9C1E3024E}" dt="2025-08-29T15:12:55.359" v="4001" actId="20577"/>
          <ac:spMkLst>
            <pc:docMk/>
            <pc:sldMk cId="3790577345" sldId="311"/>
            <ac:spMk id="8" creationId="{24882753-0D20-42AC-91A2-D616EEFC1151}"/>
          </ac:spMkLst>
        </pc:spChg>
      </pc:sldChg>
      <pc:sldChg chg="addSp modSp mod">
        <pc:chgData name="Robert Pontius" userId="a44f9639-9fbb-4e05-802c-407466ea6190" providerId="ADAL" clId="{204FD234-4EA8-4D0D-A3CB-FCD9C1E3024E}" dt="2025-08-29T15:15:26.435" v="4412" actId="20577"/>
        <pc:sldMkLst>
          <pc:docMk/>
          <pc:sldMk cId="2593288684" sldId="312"/>
        </pc:sldMkLst>
        <pc:spChg chg="add mod">
          <ac:chgData name="Robert Pontius" userId="a44f9639-9fbb-4e05-802c-407466ea6190" providerId="ADAL" clId="{204FD234-4EA8-4D0D-A3CB-FCD9C1E3024E}" dt="2025-08-29T15:15:26.435" v="4412" actId="20577"/>
          <ac:spMkLst>
            <pc:docMk/>
            <pc:sldMk cId="2593288684" sldId="312"/>
            <ac:spMk id="7" creationId="{A0AC234C-2CBB-41E3-AC57-49CC9C6E55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6649E-9A8E-422B-B24E-DB4BFF164051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4F47-3900-4976-B53F-F2BF9D99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1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C1E3-2F12-4E05-89EA-9647CDFF9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50277-39AC-4F57-92F3-B17DD3436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30BA6-1CDE-4524-B6D6-18DC1D57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D1DB-75BF-4160-8443-3D68D9EE6D63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32DBE-ED9B-4394-9333-2FAFE368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B96C-43BD-4FF3-8F4A-E5B06B80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20904-F706-48C3-9D97-1E68CE76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6FB8-C505-49D4-B65E-A00A4ACF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83A8A-8EBB-46C5-9BB8-1FCEF89E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AE16B-A67F-45EB-A1E1-5D2E472CD9B9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B99F-0BE5-4BF3-A025-9C00B6B0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15449-4397-4F5F-BEAE-C157ABA8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2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F4BA-0E5B-4573-AE03-65BD95FB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1C7F1-F8A4-417B-97FD-7B25BD639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9B81C-72E6-41CE-9EBF-4545C0C7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21D0-1716-4344-9325-DF672DFAF1F3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70AB0-22B7-46E2-82BA-00862E22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B51DF-65EC-4BB2-AF38-D0962EF3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0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F8E3-93E0-4B95-8822-0595722A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682C0-D552-411C-BB3A-CC7F3F6E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C6C5-CB77-4005-8BD5-7A8CE7094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9E53D-E04D-4098-9531-E6334DC0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6B06-0C75-4C62-AF6B-10BED3EBE226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67C5C-FED0-4F93-981B-FF3A739D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0BB0B-D576-46E6-9DB0-62ED9906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8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B56E-368E-41FE-991A-486E98F41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AFD2A-DCC8-43D5-8912-DCA1B3D68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0B422-2F14-46BD-AFA0-A12BC5BD7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85EE7-FD38-4423-98BE-B83440D16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C3C0C-215F-49A9-9E8C-3E26BBF6F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FE123-23A7-4935-BC1D-22F064DF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59A9-176F-4BD0-B4AC-A377C89EBE2A}" type="datetime1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2DC5-C46F-4FF4-A5ED-B5B2C051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9610D-AF6E-4EF1-AFB8-9A55C582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8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DF78-4BED-4EFC-BFE3-1EE8399F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AEB79-B81D-4A6D-B52F-531CA6CD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72311-A2DA-4C37-8940-DBB3AA3B80C6}" type="datetime1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B49D5-C763-4283-B34C-F6DB9931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99785-3ACB-4081-A5E4-4ED596AE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58829-44AE-4A1C-983F-A82110D8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C383-2E11-40B7-AA89-98AB224D34CC}" type="datetime1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2EF3A-7D83-48FF-A9A0-0292561D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D85C1-B8FE-4434-911F-64018A35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26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B236-51A8-455C-B163-E8A6EF62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07780-6FD3-4B77-B48E-A2CD03D4C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7F293-A6D3-4EA2-B06B-BC1C1058A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E413D-699F-4996-A022-7AEF0234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E9B79-8A1E-4881-9DCD-8B9CB59E2A4F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419E0-CAB5-4B97-9B28-ACBB42A1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3FC00-C5EC-485C-AA6C-2CEB1857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7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A8C4-1570-4180-A36E-826DF3A0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8165F-F8FE-4397-8E4C-A272C4C4A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CDB92-D1D9-464E-A2C3-E42E1C217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76D59-E30E-469D-BB3A-CCEBB7803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6B0B8-2F97-4340-AFDE-113547E522B3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CC2D2-1E77-4543-8468-1FF10339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6F5ED-700D-4194-B34A-0E08AA1C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8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3C6C-A496-4F3C-8090-20A75B56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4F277-DBEF-4BA2-9B97-B336D716A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F2104-D5C5-442D-AE97-E5A61296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F3DB-A418-4B11-A5C9-DDE3A90E6B79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19D47-552E-4C13-BA59-319175C6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ED3B2-D92E-4995-B73E-BF2B8819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38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F4780-5776-4E33-9CCF-50A67DAB5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28169-FC00-44EC-A98E-C7BACDBB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A9BCC-E6A8-45CE-AC47-0D11DFA3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FCA-0293-496E-B74F-46BB799AF43C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9C287-BDD1-4E19-B31A-B2326408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6F85A-2AC7-42C9-8021-7FCE82A4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8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6B7EF-AE7B-4735-9D4F-9AE17B21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3AF44-691F-46A0-8A0E-DCE527EEB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B7516-3BC8-4C9A-9FF2-7154095FD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EB2F6-0EEB-4518-A185-6035627DD751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ED8AC-A6C1-4A5D-8FD6-144503D04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A018F-D7F0-4829-B249-397FBACD5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8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and y time series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74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9D7D98-5DA9-4B70-894C-E7A1EAE73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1" y="1526512"/>
            <a:ext cx="9207012" cy="52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1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Change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15A9C4-D121-41A5-A76A-0E2D22AFE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482" y="1737360"/>
            <a:ext cx="7342158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Change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4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D801F2-7A3D-425F-ACB7-20CBB76CE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482" y="1740308"/>
            <a:ext cx="7276064" cy="486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82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MapBiomas Collection 6 and Collection 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9D7D98-5DA9-4B70-894C-E7A1EAE73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131" y="1526512"/>
            <a:ext cx="9207012" cy="526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40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Change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7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D801F2-7A3D-425F-ACB7-20CBB76CE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824" y="2030890"/>
            <a:ext cx="7338440" cy="405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Change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7D5EB-CDD6-4145-AF40-0C0E72933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443" y="2030890"/>
            <a:ext cx="7286450" cy="405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69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Hits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FD9C3-B718-42AA-8A6A-615A26BC4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107" y="1433146"/>
            <a:ext cx="3606690" cy="542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23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Difference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9F7D6-F823-43BF-8FF2-A4DDBE80C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3537100" cy="54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68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Absolute Difference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1CB47-B622-44BD-9AE7-289E3F916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4019748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50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Hits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4A119-1A91-41EC-9813-AD6DEDA56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3605054" cy="54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2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6429C0-CF9B-4E83-BC22-001695E24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3963991" cy="542239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Difference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55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4F27E5-5BD8-48DF-AAA0-B5A2BA361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4019748" cy="542239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Absolute Difference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04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1 and Collection 2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1990, 2000, 2010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5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9D7D98-5DA9-4B70-894C-E7A1EAE73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132" y="1526512"/>
            <a:ext cx="9207010" cy="526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3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Change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17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D801F2-7A3D-425F-ACB7-20CBB76CE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824" y="2039111"/>
            <a:ext cx="7338440" cy="40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86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Change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7D5EB-CDD6-4145-AF40-0C0E72933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443" y="2039170"/>
            <a:ext cx="7286450" cy="403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15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Hits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FD9C3-B718-42AA-8A6A-615A26BC4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107" y="1609644"/>
            <a:ext cx="3606690" cy="507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24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Difference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9F7D6-F823-43BF-8FF2-A4DDBE80C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3537100" cy="54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0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Absolute Difference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1CB47-B622-44BD-9AE7-289E3F916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4019748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92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Hits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4A119-1A91-41EC-9813-AD6DEDA56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3605054" cy="54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60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6429C0-CF9B-4E83-BC22-001695E24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3963991" cy="542239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Difference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4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4F27E5-5BD8-48DF-AAA0-B5A2BA361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976" y="1435608"/>
            <a:ext cx="4019748" cy="542239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Absolute Difference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22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Based and Pixel Object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71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C5DF6A-026D-4B86-AAC5-D58BFCF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1" y="1521086"/>
            <a:ext cx="9207013" cy="526115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10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Change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4C39E-5259-4D51-BF01-FED278D36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1" y="1690688"/>
            <a:ext cx="8165618" cy="450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89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5EA161-A29F-4EC2-89AD-92B9F9AE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Change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C949-72E2-4254-A577-35214C7F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4C39E-5259-4D51-BF01-FED278D36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96" y="1690688"/>
            <a:ext cx="8107766" cy="450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45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11973</TotalTime>
  <Words>120</Words>
  <Application>Microsoft Office PowerPoint</Application>
  <PresentationFormat>Widescreen</PresentationFormat>
  <Paragraphs>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Office Theme</vt:lpstr>
      <vt:lpstr>Toy Data</vt:lpstr>
      <vt:lpstr>Presence</vt:lpstr>
      <vt:lpstr>Gross Change</vt:lpstr>
      <vt:lpstr>Net Change</vt:lpstr>
      <vt:lpstr>Savanna</vt:lpstr>
      <vt:lpstr>Presence</vt:lpstr>
      <vt:lpstr>Gross Change</vt:lpstr>
      <vt:lpstr>Net Change</vt:lpstr>
      <vt:lpstr>Presence Hits Map</vt:lpstr>
      <vt:lpstr>Presence Difference Map</vt:lpstr>
      <vt:lpstr>Presence Absolute Difference Map</vt:lpstr>
      <vt:lpstr>Change Hits Map</vt:lpstr>
      <vt:lpstr>Change Difference Map</vt:lpstr>
      <vt:lpstr>Change Absolute Difference Map</vt:lpstr>
      <vt:lpstr>Soil</vt:lpstr>
      <vt:lpstr>Presence</vt:lpstr>
      <vt:lpstr>Gross Change</vt:lpstr>
      <vt:lpstr>Net Change</vt:lpstr>
      <vt:lpstr>Presence Hits Map</vt:lpstr>
      <vt:lpstr>Presence Difference Map</vt:lpstr>
      <vt:lpstr>Presence Absolute Difference Map</vt:lpstr>
      <vt:lpstr>Change Hits Map</vt:lpstr>
      <vt:lpstr>Change Difference Map</vt:lpstr>
      <vt:lpstr>Change Absolute Difference Map</vt:lpstr>
      <vt:lpstr>PIE</vt:lpstr>
      <vt:lpstr>Presence</vt:lpstr>
      <vt:lpstr>Gross Change</vt:lpstr>
      <vt:lpstr>Net Change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Galvao da Fonseca, Antonio</dc:creator>
  <cp:lastModifiedBy>Galvao da Fonseca, Antonio</cp:lastModifiedBy>
  <cp:revision>231</cp:revision>
  <dcterms:created xsi:type="dcterms:W3CDTF">2025-07-25T14:31:48Z</dcterms:created>
  <dcterms:modified xsi:type="dcterms:W3CDTF">2025-09-11T03:07:09Z</dcterms:modified>
</cp:coreProperties>
</file>