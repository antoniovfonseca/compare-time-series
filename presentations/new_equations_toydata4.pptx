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Pontius" userId="a44f9639-9fbb-4e05-802c-407466ea6190" providerId="ADAL" clId="{943E1525-5529-4BBD-A331-340F38693504}"/>
    <pc:docChg chg="custSel addSld modSld">
      <pc:chgData name="Robert Pontius" userId="a44f9639-9fbb-4e05-802c-407466ea6190" providerId="ADAL" clId="{943E1525-5529-4BBD-A331-340F38693504}" dt="2025-10-10T22:40:36.569" v="469" actId="20577"/>
      <pc:docMkLst>
        <pc:docMk/>
      </pc:docMkLst>
      <pc:sldChg chg="addSp modSp mod">
        <pc:chgData name="Robert Pontius" userId="a44f9639-9fbb-4e05-802c-407466ea6190" providerId="ADAL" clId="{943E1525-5529-4BBD-A331-340F38693504}" dt="2025-10-10T22:40:17.717" v="467" actId="20577"/>
        <pc:sldMkLst>
          <pc:docMk/>
          <pc:sldMk cId="3928996002" sldId="260"/>
        </pc:sldMkLst>
        <pc:spChg chg="add mod">
          <ac:chgData name="Robert Pontius" userId="a44f9639-9fbb-4e05-802c-407466ea6190" providerId="ADAL" clId="{943E1525-5529-4BBD-A331-340F38693504}" dt="2025-10-10T22:40:17.717" v="467" actId="20577"/>
          <ac:spMkLst>
            <pc:docMk/>
            <pc:sldMk cId="3928996002" sldId="260"/>
            <ac:spMk id="2" creationId="{2817EC06-FBF0-4B6C-B062-278DB1C5D281}"/>
          </ac:spMkLst>
        </pc:spChg>
      </pc:sldChg>
      <pc:sldChg chg="addSp modSp mod">
        <pc:chgData name="Robert Pontius" userId="a44f9639-9fbb-4e05-802c-407466ea6190" providerId="ADAL" clId="{943E1525-5529-4BBD-A331-340F38693504}" dt="2025-10-10T22:25:24.769" v="95" actId="20577"/>
        <pc:sldMkLst>
          <pc:docMk/>
          <pc:sldMk cId="2468511823" sldId="261"/>
        </pc:sldMkLst>
        <pc:spChg chg="add mod">
          <ac:chgData name="Robert Pontius" userId="a44f9639-9fbb-4e05-802c-407466ea6190" providerId="ADAL" clId="{943E1525-5529-4BBD-A331-340F38693504}" dt="2025-10-10T22:25:24.769" v="95" actId="20577"/>
          <ac:spMkLst>
            <pc:docMk/>
            <pc:sldMk cId="2468511823" sldId="261"/>
            <ac:spMk id="34" creationId="{0EE7A820-6CAF-4843-B970-0BC8C754A23C}"/>
          </ac:spMkLst>
        </pc:spChg>
      </pc:sldChg>
      <pc:sldChg chg="addSp modSp mod">
        <pc:chgData name="Robert Pontius" userId="a44f9639-9fbb-4e05-802c-407466ea6190" providerId="ADAL" clId="{943E1525-5529-4BBD-A331-340F38693504}" dt="2025-10-10T22:40:36.569" v="469" actId="20577"/>
        <pc:sldMkLst>
          <pc:docMk/>
          <pc:sldMk cId="1480186328" sldId="262"/>
        </pc:sldMkLst>
        <pc:spChg chg="add mod">
          <ac:chgData name="Robert Pontius" userId="a44f9639-9fbb-4e05-802c-407466ea6190" providerId="ADAL" clId="{943E1525-5529-4BBD-A331-340F38693504}" dt="2025-10-10T22:40:36.569" v="469" actId="20577"/>
          <ac:spMkLst>
            <pc:docMk/>
            <pc:sldMk cId="1480186328" sldId="262"/>
            <ac:spMk id="30" creationId="{20DA2A72-2D11-4372-8C80-F3FD154BC774}"/>
          </ac:spMkLst>
        </pc:spChg>
      </pc:sldChg>
      <pc:sldChg chg="delSp modSp add mod">
        <pc:chgData name="Robert Pontius" userId="a44f9639-9fbb-4e05-802c-407466ea6190" providerId="ADAL" clId="{943E1525-5529-4BBD-A331-340F38693504}" dt="2025-10-10T22:39:45.867" v="465" actId="14100"/>
        <pc:sldMkLst>
          <pc:docMk/>
          <pc:sldMk cId="3589959086" sldId="263"/>
        </pc:sldMkLst>
        <pc:spChg chg="del">
          <ac:chgData name="Robert Pontius" userId="a44f9639-9fbb-4e05-802c-407466ea6190" providerId="ADAL" clId="{943E1525-5529-4BBD-A331-340F38693504}" dt="2025-10-10T22:29:55.089" v="442" actId="478"/>
          <ac:spMkLst>
            <pc:docMk/>
            <pc:sldMk cId="3589959086" sldId="263"/>
            <ac:spMk id="2" creationId="{FC9B034B-934E-42D8-90F3-F3F138E0F919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16" creationId="{3F9857F4-6070-41A4-AA1D-52028B1E3009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17" creationId="{625B1E10-B0CE-481B-9824-85780E057B4A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18" creationId="{E17F4513-AB9A-45A3-BA53-4D8FF6E5E9F1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19" creationId="{023BEE1E-4AAD-4F1C-8B0D-2D3D49B84E27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0" creationId="{8E69564D-5867-4364-A064-E180EA4116C0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1" creationId="{C135B351-1C6F-4A4D-B2B2-039B10158F2D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2" creationId="{DC3C38B8-4C48-41D0-B40D-92C08D03A517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3" creationId="{E4CB6301-0E15-40EE-9BDA-5BE9FDCA94F1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4" creationId="{D01BD8DF-FC82-4A41-8734-2514DA97658A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5" creationId="{5E7A3C20-B619-44FB-B883-AB20D04328A6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6" creationId="{A85FBEAA-CED7-45CC-83F3-220AC1639C3D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7" creationId="{BF3DF799-20B4-4468-B636-F350E736F8B0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8" creationId="{061984F3-9733-48E0-B78F-679E9448A73F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29" creationId="{45E86DD5-E6E8-4811-9178-DA031376CA20}"/>
          </ac:spMkLst>
        </pc:spChg>
        <pc:spChg chg="mod">
          <ac:chgData name="Robert Pontius" userId="a44f9639-9fbb-4e05-802c-407466ea6190" providerId="ADAL" clId="{943E1525-5529-4BBD-A331-340F38693504}" dt="2025-10-10T22:39:45.867" v="465" actId="14100"/>
          <ac:spMkLst>
            <pc:docMk/>
            <pc:sldMk cId="3589959086" sldId="263"/>
            <ac:spMk id="30" creationId="{20DA2A72-2D11-4372-8C80-F3FD154BC774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31" creationId="{D0AB1A2E-A6AB-49AD-B964-4D8CF45C567F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32" creationId="{0E32C042-B168-478A-BD59-64B1CE16EE7F}"/>
          </ac:spMkLst>
        </pc:spChg>
        <pc:spChg chg="del">
          <ac:chgData name="Robert Pontius" userId="a44f9639-9fbb-4e05-802c-407466ea6190" providerId="ADAL" clId="{943E1525-5529-4BBD-A331-340F38693504}" dt="2025-10-10T22:26:53.095" v="102" actId="478"/>
          <ac:spMkLst>
            <pc:docMk/>
            <pc:sldMk cId="3589959086" sldId="263"/>
            <ac:spMk id="33" creationId="{13B89A79-691F-4DF0-81E7-DA420CDB2FF4}"/>
          </ac:spMkLst>
        </pc:spChg>
        <pc:spChg chg="del">
          <ac:chgData name="Robert Pontius" userId="a44f9639-9fbb-4e05-802c-407466ea6190" providerId="ADAL" clId="{943E1525-5529-4BBD-A331-340F38693504}" dt="2025-10-10T22:29:55.089" v="442" actId="478"/>
          <ac:spMkLst>
            <pc:docMk/>
            <pc:sldMk cId="3589959086" sldId="263"/>
            <ac:spMk id="36" creationId="{B2DE480A-8658-4989-B5A2-93D583AC2041}"/>
          </ac:spMkLst>
        </pc:spChg>
        <pc:spChg chg="del">
          <ac:chgData name="Robert Pontius" userId="a44f9639-9fbb-4e05-802c-407466ea6190" providerId="ADAL" clId="{943E1525-5529-4BBD-A331-340F38693504}" dt="2025-10-10T22:29:55.089" v="442" actId="478"/>
          <ac:spMkLst>
            <pc:docMk/>
            <pc:sldMk cId="3589959086" sldId="263"/>
            <ac:spMk id="37" creationId="{11065500-46B0-43D9-95C9-8CFB59B0C50F}"/>
          </ac:spMkLst>
        </pc:spChg>
        <pc:spChg chg="del">
          <ac:chgData name="Robert Pontius" userId="a44f9639-9fbb-4e05-802c-407466ea6190" providerId="ADAL" clId="{943E1525-5529-4BBD-A331-340F38693504}" dt="2025-10-10T22:29:55.089" v="442" actId="478"/>
          <ac:spMkLst>
            <pc:docMk/>
            <pc:sldMk cId="3589959086" sldId="263"/>
            <ac:spMk id="41" creationId="{EA9E477C-4E94-4AD8-BFC1-A09F68A006FD}"/>
          </ac:spMkLst>
        </pc:spChg>
        <pc:picChg chg="del">
          <ac:chgData name="Robert Pontius" userId="a44f9639-9fbb-4e05-802c-407466ea6190" providerId="ADAL" clId="{943E1525-5529-4BBD-A331-340F38693504}" dt="2025-10-10T22:26:53.095" v="102" actId="478"/>
          <ac:picMkLst>
            <pc:docMk/>
            <pc:sldMk cId="3589959086" sldId="263"/>
            <ac:picMk id="3" creationId="{4E27AF4C-D228-4506-AF00-C0A7B042F6AF}"/>
          </ac:picMkLst>
        </pc:picChg>
        <pc:picChg chg="del">
          <ac:chgData name="Robert Pontius" userId="a44f9639-9fbb-4e05-802c-407466ea6190" providerId="ADAL" clId="{943E1525-5529-4BBD-A331-340F38693504}" dt="2025-10-10T22:26:53.095" v="102" actId="478"/>
          <ac:picMkLst>
            <pc:docMk/>
            <pc:sldMk cId="3589959086" sldId="263"/>
            <ac:picMk id="5" creationId="{5AF81D5C-37EE-4552-B5C5-DF91A49FB3DF}"/>
          </ac:picMkLst>
        </pc:picChg>
        <pc:picChg chg="del">
          <ac:chgData name="Robert Pontius" userId="a44f9639-9fbb-4e05-802c-407466ea6190" providerId="ADAL" clId="{943E1525-5529-4BBD-A331-340F38693504}" dt="2025-10-10T22:29:55.089" v="442" actId="478"/>
          <ac:picMkLst>
            <pc:docMk/>
            <pc:sldMk cId="3589959086" sldId="263"/>
            <ac:picMk id="6" creationId="{D11C8048-2FEE-4BD8-A161-51EC6AB6D3B3}"/>
          </ac:picMkLst>
        </pc:picChg>
        <pc:picChg chg="del">
          <ac:chgData name="Robert Pontius" userId="a44f9639-9fbb-4e05-802c-407466ea6190" providerId="ADAL" clId="{943E1525-5529-4BBD-A331-340F38693504}" dt="2025-10-10T22:26:53.095" v="102" actId="478"/>
          <ac:picMkLst>
            <pc:docMk/>
            <pc:sldMk cId="3589959086" sldId="263"/>
            <ac:picMk id="7" creationId="{FCABCFB9-EF86-4961-8491-58B482B2A590}"/>
          </ac:picMkLst>
        </pc:picChg>
        <pc:picChg chg="del">
          <ac:chgData name="Robert Pontius" userId="a44f9639-9fbb-4e05-802c-407466ea6190" providerId="ADAL" clId="{943E1525-5529-4BBD-A331-340F38693504}" dt="2025-10-10T22:26:53.095" v="102" actId="478"/>
          <ac:picMkLst>
            <pc:docMk/>
            <pc:sldMk cId="3589959086" sldId="263"/>
            <ac:picMk id="11" creationId="{743EF709-4695-4B7B-94D7-47F0511D2ACF}"/>
          </ac:picMkLst>
        </pc:picChg>
        <pc:picChg chg="del">
          <ac:chgData name="Robert Pontius" userId="a44f9639-9fbb-4e05-802c-407466ea6190" providerId="ADAL" clId="{943E1525-5529-4BBD-A331-340F38693504}" dt="2025-10-10T22:26:53.095" v="102" actId="478"/>
          <ac:picMkLst>
            <pc:docMk/>
            <pc:sldMk cId="3589959086" sldId="263"/>
            <ac:picMk id="13" creationId="{D7842D59-E7FA-4BF2-9BF1-06E53C163477}"/>
          </ac:picMkLst>
        </pc:picChg>
        <pc:picChg chg="del">
          <ac:chgData name="Robert Pontius" userId="a44f9639-9fbb-4e05-802c-407466ea6190" providerId="ADAL" clId="{943E1525-5529-4BBD-A331-340F38693504}" dt="2025-10-10T22:26:53.095" v="102" actId="478"/>
          <ac:picMkLst>
            <pc:docMk/>
            <pc:sldMk cId="3589959086" sldId="263"/>
            <ac:picMk id="15" creationId="{AE37439E-5313-4425-A3F2-A02C17C27D3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88D50-5E72-4620-B621-A5193E99CB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6BF03D-7A7B-4769-B2BF-2F48E33142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C83C-D62B-402F-A766-3089C2ED8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FD698-4105-4BF7-91FD-DBC685CAC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8F3B3-DEF3-456E-8232-CDCBB0B25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57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7FDA-9F6E-40C1-BDE4-010976413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1CC6B-F986-465F-8ABF-43264F712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627FF-8941-44CF-8097-F9B9657C6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C72DB-0FE8-4FF3-8E7F-7FDA16459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F1E1F-9838-4842-A9DA-74CD31366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092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AA9-0420-45FE-8487-388F9C661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7E189-3294-447E-8D76-54B5FDEA7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5C18C-C6D3-4BA9-B4A2-2739A1842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EE3AD-1DE9-4BF3-9080-63C040C95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9D69D-1602-4F3F-A4E4-165C0D5CD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33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BC069-BDEA-4140-9DCA-03845C0E8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6500B-14E7-4F26-AF8F-68D1462B0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A5B315-EB3E-4452-B3AF-7A8D66448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247A03-BBC7-4A34-B53E-6F04780E8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98C44E-853C-4EB1-8484-4234DBC7C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94C5E3-0B91-4B31-85A6-7FB9B8FD9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588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21823-18A5-42D4-85B0-E75FF72AB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8EA133-7F3A-4A77-B54E-15A491816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156A32-B4DC-4659-8A45-1FACAF8AEC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0B0F3D-D518-4D48-85A5-01FBBA64F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AB5FA-D95C-4C40-99AF-F6F19CC81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B922A4-3EA8-4276-AB86-B200392D7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83CFFC-16EC-4277-B221-523E7459B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FFA51-E241-49E2-AC93-09D2E4D6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944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3E562-0522-4B5A-BB70-2E8F46FF5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704095-54AB-4C59-A93E-4DBF11668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1E0808-9254-41D6-B42E-0BF6902A2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343E2B-BD41-4DFF-AF85-27EA68D92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96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6C8CDB-5428-4E10-B5A0-E85C5B31E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138CE7-81F6-405F-9850-C033250F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E45C2-E1B5-4DB1-8D03-DBC894BBB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8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0EE3E-363D-46AD-BEB7-4481123CC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307E4-C302-433D-ACF1-5CA6886BF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A92355-E014-461A-AFCC-04E284B8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F2AB58-8130-4C39-A951-E5AF70A8B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E49F41-78F1-42CE-A358-31AF93B28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0B896E-102E-4E8D-92FC-2F4DEB8DC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181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F3AC5-FF6B-4C37-8D70-4F3DDB6E9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D5CDD-7349-4FF5-81E1-B22930FADC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A49D-99FE-440F-84D5-D31F0EB7D7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76F7E-DB76-4CE2-8C75-76F69A635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CC1949-4F64-4FFB-9531-603C080AC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0576BF-9467-44E1-81D2-0B77B2B4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39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498C5-3CF6-460B-AEE9-FEF870AF4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4E88C-B550-42C2-B4D5-BAE13B5A6A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2EF4B-3786-426F-B38A-240274105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3CC35-4CAC-4CE4-83B2-D6BC7E12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FA440-FFCB-4008-9693-3EB2DC798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769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44611D-E565-476E-A9F6-A9345AC29C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C7EBBE-95F8-42C7-83FF-7A60147B13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13ACD-52F1-406C-B7B2-11F33210A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89929-D59A-4401-8E91-58E434F09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95BE5-B117-4AE2-A73E-11D19E5E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09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1ACEF2-6A7E-4EA4-AC3D-ADEF27372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73F5E-0017-448C-AD03-530969653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7B2C6-9AE2-45A5-86A4-9009ACC5C7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4DA384-6147-40AB-A8ED-48B4263735E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21BB4-06A7-4136-B7B5-6852F3527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98CDD-2A8C-4FE4-960A-FFCFAA9D6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AA890A-CD79-444B-A659-F9E081EB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839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38C031-7F7E-4EE9-AA24-91F792F88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29" y="3921370"/>
            <a:ext cx="5454571" cy="2549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5FDBF5-E642-40C6-88A4-1C46F547F7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587" y="184637"/>
            <a:ext cx="5139104" cy="2936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5F05E6-B080-4F8D-8007-4D6DCCFA06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926" y="2799565"/>
            <a:ext cx="4337357" cy="38214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B18943F-2869-4C70-B809-01A76B91B228}"/>
              </a:ext>
            </a:extLst>
          </p:cNvPr>
          <p:cNvSpPr txBox="1"/>
          <p:nvPr/>
        </p:nvSpPr>
        <p:spPr>
          <a:xfrm>
            <a:off x="4457701" y="184637"/>
            <a:ext cx="15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version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2594AE-1B64-429E-B303-6090FC7708A0}"/>
              </a:ext>
            </a:extLst>
          </p:cNvPr>
          <p:cNvSpPr txBox="1"/>
          <p:nvPr/>
        </p:nvSpPr>
        <p:spPr>
          <a:xfrm>
            <a:off x="4457701" y="3106668"/>
            <a:ext cx="15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version</a:t>
            </a:r>
          </a:p>
        </p:txBody>
      </p:sp>
    </p:spTree>
    <p:extLst>
      <p:ext uri="{BB962C8B-B14F-4D97-AF65-F5344CB8AC3E}">
        <p14:creationId xmlns:p14="http://schemas.microsoft.com/office/powerpoint/2010/main" val="2745334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676E3A-FE83-4BF7-A398-3893FF4BA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974122"/>
            <a:ext cx="6534765" cy="28838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5FBB31-0E1E-49EB-B7F1-CC2D5EFD34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39" y="114833"/>
            <a:ext cx="4829561" cy="319986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A1CC0E6-6923-4565-AB0B-6ADA1C416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3297" y="3634791"/>
            <a:ext cx="5256384" cy="308966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AE7AE8-C11F-48E1-AF75-29758B3F2EA0}"/>
              </a:ext>
            </a:extLst>
          </p:cNvPr>
          <p:cNvSpPr txBox="1"/>
          <p:nvPr/>
        </p:nvSpPr>
        <p:spPr>
          <a:xfrm>
            <a:off x="10676446" y="2561489"/>
            <a:ext cx="163243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 time difference component should be in the legend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B7D4EA-B4F4-4A11-8820-7A490423BF9D}"/>
              </a:ext>
            </a:extLst>
          </p:cNvPr>
          <p:cNvSpPr txBox="1"/>
          <p:nvPr/>
        </p:nvSpPr>
        <p:spPr>
          <a:xfrm>
            <a:off x="4457701" y="184637"/>
            <a:ext cx="15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version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2DA917-8BA1-4629-9492-6EAA232A0AF2}"/>
              </a:ext>
            </a:extLst>
          </p:cNvPr>
          <p:cNvSpPr txBox="1"/>
          <p:nvPr/>
        </p:nvSpPr>
        <p:spPr>
          <a:xfrm>
            <a:off x="4457701" y="3106668"/>
            <a:ext cx="15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version</a:t>
            </a:r>
          </a:p>
        </p:txBody>
      </p:sp>
    </p:spTree>
    <p:extLst>
      <p:ext uri="{BB962C8B-B14F-4D97-AF65-F5344CB8AC3E}">
        <p14:creationId xmlns:p14="http://schemas.microsoft.com/office/powerpoint/2010/main" val="670005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0243D2E-C7D8-48C2-A73A-449992ADC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9" y="70339"/>
            <a:ext cx="5407709" cy="36136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7A9796-343E-4AB6-9F57-67F987DA0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59" y="4048707"/>
            <a:ext cx="6935466" cy="2579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48F34-FDE2-488F-8549-A6E75B385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135" y="4048707"/>
            <a:ext cx="4921865" cy="25799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C54A85-94CD-4F15-902D-90A59F0D6DD1}"/>
              </a:ext>
            </a:extLst>
          </p:cNvPr>
          <p:cNvSpPr txBox="1"/>
          <p:nvPr/>
        </p:nvSpPr>
        <p:spPr>
          <a:xfrm>
            <a:off x="10377507" y="2579073"/>
            <a:ext cx="163243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 time difference component should be in the legend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074CF5-891E-48E9-A7DE-139C02E470E9}"/>
              </a:ext>
            </a:extLst>
          </p:cNvPr>
          <p:cNvSpPr txBox="1"/>
          <p:nvPr/>
        </p:nvSpPr>
        <p:spPr>
          <a:xfrm>
            <a:off x="4457701" y="184637"/>
            <a:ext cx="15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version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5DAD61-72F8-4C4E-A22A-325C0F554338}"/>
              </a:ext>
            </a:extLst>
          </p:cNvPr>
          <p:cNvSpPr txBox="1"/>
          <p:nvPr/>
        </p:nvSpPr>
        <p:spPr>
          <a:xfrm>
            <a:off x="4457701" y="3106668"/>
            <a:ext cx="153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version</a:t>
            </a:r>
          </a:p>
        </p:txBody>
      </p:sp>
    </p:spTree>
    <p:extLst>
      <p:ext uri="{BB962C8B-B14F-4D97-AF65-F5344CB8AC3E}">
        <p14:creationId xmlns:p14="http://schemas.microsoft.com/office/powerpoint/2010/main" val="2705647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27AF4C-D228-4506-AF00-C0A7B042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70" y="852854"/>
            <a:ext cx="3421266" cy="17094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F81D5C-37EE-4552-B5C5-DF91A49FB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70" y="2827167"/>
            <a:ext cx="3421266" cy="1709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ABCFB9-EF86-4961-8491-58B482B2A5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70" y="4801480"/>
            <a:ext cx="3421266" cy="17094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3EF709-4695-4B7B-94D7-47F0511D2A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7500" y="836149"/>
            <a:ext cx="3421266" cy="1709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7842D59-E7FA-4BF2-9BF1-06E53C163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7500" y="2827167"/>
            <a:ext cx="3421265" cy="17094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37439E-5313-4425-A3F2-A02C17C27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7500" y="4801480"/>
            <a:ext cx="3421266" cy="17094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F9857F4-6070-41A4-AA1D-52028B1E3009}"/>
              </a:ext>
            </a:extLst>
          </p:cNvPr>
          <p:cNvSpPr txBox="1"/>
          <p:nvPr/>
        </p:nvSpPr>
        <p:spPr>
          <a:xfrm>
            <a:off x="993530" y="1245907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5B1E10-B0CE-481B-9824-85780E057B4A}"/>
              </a:ext>
            </a:extLst>
          </p:cNvPr>
          <p:cNvSpPr txBox="1"/>
          <p:nvPr/>
        </p:nvSpPr>
        <p:spPr>
          <a:xfrm>
            <a:off x="2663363" y="1245907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F4513-AB9A-45A3-BA53-4D8FF6E5E9F1}"/>
              </a:ext>
            </a:extLst>
          </p:cNvPr>
          <p:cNvSpPr txBox="1"/>
          <p:nvPr/>
        </p:nvSpPr>
        <p:spPr>
          <a:xfrm>
            <a:off x="993530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3BEE1E-4AAD-4F1C-8B0D-2D3D49B84E27}"/>
              </a:ext>
            </a:extLst>
          </p:cNvPr>
          <p:cNvSpPr txBox="1"/>
          <p:nvPr/>
        </p:nvSpPr>
        <p:spPr>
          <a:xfrm>
            <a:off x="2663363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69564D-5867-4364-A064-E180EA4116C0}"/>
              </a:ext>
            </a:extLst>
          </p:cNvPr>
          <p:cNvSpPr txBox="1"/>
          <p:nvPr/>
        </p:nvSpPr>
        <p:spPr>
          <a:xfrm>
            <a:off x="993530" y="5150428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35B351-1C6F-4A4D-B2B2-039B10158F2D}"/>
              </a:ext>
            </a:extLst>
          </p:cNvPr>
          <p:cNvSpPr txBox="1"/>
          <p:nvPr/>
        </p:nvSpPr>
        <p:spPr>
          <a:xfrm>
            <a:off x="2663363" y="5150428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3C38B8-4C48-41D0-B40D-92C08D03A517}"/>
              </a:ext>
            </a:extLst>
          </p:cNvPr>
          <p:cNvSpPr txBox="1"/>
          <p:nvPr/>
        </p:nvSpPr>
        <p:spPr>
          <a:xfrm>
            <a:off x="4539761" y="1209213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CB6301-0E15-40EE-9BDA-5BE9FDCA94F1}"/>
              </a:ext>
            </a:extLst>
          </p:cNvPr>
          <p:cNvSpPr txBox="1"/>
          <p:nvPr/>
        </p:nvSpPr>
        <p:spPr>
          <a:xfrm>
            <a:off x="6209594" y="1209213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1BD8DF-FC82-4A41-8734-2514DA97658A}"/>
              </a:ext>
            </a:extLst>
          </p:cNvPr>
          <p:cNvSpPr txBox="1"/>
          <p:nvPr/>
        </p:nvSpPr>
        <p:spPr>
          <a:xfrm>
            <a:off x="4539761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7A3C20-B619-44FB-B883-AB20D04328A6}"/>
              </a:ext>
            </a:extLst>
          </p:cNvPr>
          <p:cNvSpPr txBox="1"/>
          <p:nvPr/>
        </p:nvSpPr>
        <p:spPr>
          <a:xfrm>
            <a:off x="6209594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5FBEAA-CED7-45CC-83F3-220AC1639C3D}"/>
              </a:ext>
            </a:extLst>
          </p:cNvPr>
          <p:cNvSpPr txBox="1"/>
          <p:nvPr/>
        </p:nvSpPr>
        <p:spPr>
          <a:xfrm>
            <a:off x="4539761" y="5170372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3DF799-20B4-4468-B636-F350E736F8B0}"/>
              </a:ext>
            </a:extLst>
          </p:cNvPr>
          <p:cNvSpPr txBox="1"/>
          <p:nvPr/>
        </p:nvSpPr>
        <p:spPr>
          <a:xfrm>
            <a:off x="6209594" y="5170372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1984F3-9733-48E0-B78F-679E9448A73F}"/>
              </a:ext>
            </a:extLst>
          </p:cNvPr>
          <p:cNvSpPr txBox="1"/>
          <p:nvPr/>
        </p:nvSpPr>
        <p:spPr>
          <a:xfrm>
            <a:off x="-93308" y="1409268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E86DD5-E6E8-4811-9178-DA031376CA20}"/>
              </a:ext>
            </a:extLst>
          </p:cNvPr>
          <p:cNvSpPr txBox="1"/>
          <p:nvPr/>
        </p:nvSpPr>
        <p:spPr>
          <a:xfrm>
            <a:off x="4539761" y="322314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series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AB1A2E-A6AB-49AD-B964-4D8CF45C567F}"/>
              </a:ext>
            </a:extLst>
          </p:cNvPr>
          <p:cNvSpPr txBox="1"/>
          <p:nvPr/>
        </p:nvSpPr>
        <p:spPr>
          <a:xfrm>
            <a:off x="1118495" y="322314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series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32C042-B168-478A-BD59-64B1CE16EE7F}"/>
              </a:ext>
            </a:extLst>
          </p:cNvPr>
          <p:cNvSpPr txBox="1"/>
          <p:nvPr/>
        </p:nvSpPr>
        <p:spPr>
          <a:xfrm>
            <a:off x="-93308" y="3365616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B89A79-691F-4DF0-81E7-DA420CDB2FF4}"/>
              </a:ext>
            </a:extLst>
          </p:cNvPr>
          <p:cNvSpPr txBox="1"/>
          <p:nvPr/>
        </p:nvSpPr>
        <p:spPr>
          <a:xfrm>
            <a:off x="-93308" y="5394588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t2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FED115F-E415-49EC-A42A-869BC24BDA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5784" y="2827167"/>
            <a:ext cx="3421265" cy="170943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2DE480A-8658-4989-B5A2-93D583AC2041}"/>
              </a:ext>
            </a:extLst>
          </p:cNvPr>
          <p:cNvSpPr txBox="1"/>
          <p:nvPr/>
        </p:nvSpPr>
        <p:spPr>
          <a:xfrm>
            <a:off x="8921368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065500-46B0-43D9-95C9-8CFB59B0C50F}"/>
              </a:ext>
            </a:extLst>
          </p:cNvPr>
          <p:cNvSpPr txBox="1"/>
          <p:nvPr/>
        </p:nvSpPr>
        <p:spPr>
          <a:xfrm>
            <a:off x="10591201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6F485A-30C4-4C07-8C26-C3DF9E78F05E}"/>
              </a:ext>
            </a:extLst>
          </p:cNvPr>
          <p:cNvSpPr txBox="1"/>
          <p:nvPr/>
        </p:nvSpPr>
        <p:spPr>
          <a:xfrm>
            <a:off x="8361482" y="1744338"/>
            <a:ext cx="34212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Allocation Difference Result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B1F5C7-08E5-4F5E-A03E-98D22B55A2CC}"/>
              </a:ext>
            </a:extLst>
          </p:cNvPr>
          <p:cNvSpPr txBox="1"/>
          <p:nvPr/>
        </p:nvSpPr>
        <p:spPr>
          <a:xfrm>
            <a:off x="8361481" y="4665325"/>
            <a:ext cx="34212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mus</a:t>
            </a:r>
            <a:r>
              <a:rPr lang="en-US" sz="14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 improve the explanation. The explanation Pontius wrote in version 10 of the manuscript is poor.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14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This is the temporal allocation difference, which we could call an alternation difference.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This is positive if and only if (y&gt;x at one time point and x&gt;y at a different time point)</a:t>
            </a:r>
            <a:r>
              <a:rPr lang="en-US" sz="14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1400" dirty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A201C9-97A8-484D-8E88-494706CBDCB9}"/>
              </a:ext>
            </a:extLst>
          </p:cNvPr>
          <p:cNvSpPr txBox="1"/>
          <p:nvPr/>
        </p:nvSpPr>
        <p:spPr>
          <a:xfrm>
            <a:off x="8361481" y="685800"/>
            <a:ext cx="22068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7EC06-FBF0-4B6C-B062-278DB1C5D281}"/>
              </a:ext>
            </a:extLst>
          </p:cNvPr>
          <p:cNvSpPr txBox="1"/>
          <p:nvPr/>
        </p:nvSpPr>
        <p:spPr>
          <a:xfrm>
            <a:off x="8254402" y="1178532"/>
            <a:ext cx="3716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Pontius gets</a:t>
            </a:r>
          </a:p>
          <a:p>
            <a:r>
              <a:rPr lang="en-US" dirty="0">
                <a:solidFill>
                  <a:srgbClr val="FF0000"/>
                </a:solidFill>
              </a:rPr>
              <a:t>6 for left pixel and 6 for right pixel </a:t>
            </a:r>
          </a:p>
        </p:txBody>
      </p:sp>
    </p:spTree>
    <p:extLst>
      <p:ext uri="{BB962C8B-B14F-4D97-AF65-F5344CB8AC3E}">
        <p14:creationId xmlns:p14="http://schemas.microsoft.com/office/powerpoint/2010/main" val="3928996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CD28C4-BB0D-4679-AB5B-20C965C71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091" y="2827168"/>
            <a:ext cx="3414097" cy="17094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A745E3-7E91-4B5E-B575-5295CD06C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784" y="2827168"/>
            <a:ext cx="3414097" cy="17094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27AF4C-D228-4506-AF00-C0A7B042F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70" y="852854"/>
            <a:ext cx="3421266" cy="17094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F81D5C-37EE-4552-B5C5-DF91A49FB3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70" y="2827167"/>
            <a:ext cx="3421266" cy="1709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ABCFB9-EF86-4961-8491-58B482B2A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70" y="4801480"/>
            <a:ext cx="3421266" cy="17094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3EF709-4695-4B7B-94D7-47F0511D2A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7500" y="836149"/>
            <a:ext cx="3421266" cy="1709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7842D59-E7FA-4BF2-9BF1-06E53C163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7500" y="2827167"/>
            <a:ext cx="3421265" cy="17094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37439E-5313-4425-A3F2-A02C17C27D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47500" y="4801480"/>
            <a:ext cx="3421266" cy="17094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F9857F4-6070-41A4-AA1D-52028B1E3009}"/>
              </a:ext>
            </a:extLst>
          </p:cNvPr>
          <p:cNvSpPr txBox="1"/>
          <p:nvPr/>
        </p:nvSpPr>
        <p:spPr>
          <a:xfrm>
            <a:off x="993530" y="1245907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5B1E10-B0CE-481B-9824-85780E057B4A}"/>
              </a:ext>
            </a:extLst>
          </p:cNvPr>
          <p:cNvSpPr txBox="1"/>
          <p:nvPr/>
        </p:nvSpPr>
        <p:spPr>
          <a:xfrm>
            <a:off x="2663363" y="1245907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F4513-AB9A-45A3-BA53-4D8FF6E5E9F1}"/>
              </a:ext>
            </a:extLst>
          </p:cNvPr>
          <p:cNvSpPr txBox="1"/>
          <p:nvPr/>
        </p:nvSpPr>
        <p:spPr>
          <a:xfrm>
            <a:off x="993530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3BEE1E-4AAD-4F1C-8B0D-2D3D49B84E27}"/>
              </a:ext>
            </a:extLst>
          </p:cNvPr>
          <p:cNvSpPr txBox="1"/>
          <p:nvPr/>
        </p:nvSpPr>
        <p:spPr>
          <a:xfrm>
            <a:off x="2663363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69564D-5867-4364-A064-E180EA4116C0}"/>
              </a:ext>
            </a:extLst>
          </p:cNvPr>
          <p:cNvSpPr txBox="1"/>
          <p:nvPr/>
        </p:nvSpPr>
        <p:spPr>
          <a:xfrm>
            <a:off x="993530" y="5150428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35B351-1C6F-4A4D-B2B2-039B10158F2D}"/>
              </a:ext>
            </a:extLst>
          </p:cNvPr>
          <p:cNvSpPr txBox="1"/>
          <p:nvPr/>
        </p:nvSpPr>
        <p:spPr>
          <a:xfrm>
            <a:off x="2663363" y="5150428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3C38B8-4C48-41D0-B40D-92C08D03A517}"/>
              </a:ext>
            </a:extLst>
          </p:cNvPr>
          <p:cNvSpPr txBox="1"/>
          <p:nvPr/>
        </p:nvSpPr>
        <p:spPr>
          <a:xfrm>
            <a:off x="4539761" y="1209213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CB6301-0E15-40EE-9BDA-5BE9FDCA94F1}"/>
              </a:ext>
            </a:extLst>
          </p:cNvPr>
          <p:cNvSpPr txBox="1"/>
          <p:nvPr/>
        </p:nvSpPr>
        <p:spPr>
          <a:xfrm>
            <a:off x="6209594" y="1209213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1BD8DF-FC82-4A41-8734-2514DA97658A}"/>
              </a:ext>
            </a:extLst>
          </p:cNvPr>
          <p:cNvSpPr txBox="1"/>
          <p:nvPr/>
        </p:nvSpPr>
        <p:spPr>
          <a:xfrm>
            <a:off x="4539761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7A3C20-B619-44FB-B883-AB20D04328A6}"/>
              </a:ext>
            </a:extLst>
          </p:cNvPr>
          <p:cNvSpPr txBox="1"/>
          <p:nvPr/>
        </p:nvSpPr>
        <p:spPr>
          <a:xfrm>
            <a:off x="6209594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5FBEAA-CED7-45CC-83F3-220AC1639C3D}"/>
              </a:ext>
            </a:extLst>
          </p:cNvPr>
          <p:cNvSpPr txBox="1"/>
          <p:nvPr/>
        </p:nvSpPr>
        <p:spPr>
          <a:xfrm>
            <a:off x="4539761" y="5170372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3DF799-20B4-4468-B636-F350E736F8B0}"/>
              </a:ext>
            </a:extLst>
          </p:cNvPr>
          <p:cNvSpPr txBox="1"/>
          <p:nvPr/>
        </p:nvSpPr>
        <p:spPr>
          <a:xfrm>
            <a:off x="6209594" y="5170372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1984F3-9733-48E0-B78F-679E9448A73F}"/>
              </a:ext>
            </a:extLst>
          </p:cNvPr>
          <p:cNvSpPr txBox="1"/>
          <p:nvPr/>
        </p:nvSpPr>
        <p:spPr>
          <a:xfrm>
            <a:off x="-93308" y="1409268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E86DD5-E6E8-4811-9178-DA031376CA20}"/>
              </a:ext>
            </a:extLst>
          </p:cNvPr>
          <p:cNvSpPr txBox="1"/>
          <p:nvPr/>
        </p:nvSpPr>
        <p:spPr>
          <a:xfrm>
            <a:off x="4539761" y="322314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series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AB1A2E-A6AB-49AD-B964-4D8CF45C567F}"/>
              </a:ext>
            </a:extLst>
          </p:cNvPr>
          <p:cNvSpPr txBox="1"/>
          <p:nvPr/>
        </p:nvSpPr>
        <p:spPr>
          <a:xfrm>
            <a:off x="1118495" y="322314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series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32C042-B168-478A-BD59-64B1CE16EE7F}"/>
              </a:ext>
            </a:extLst>
          </p:cNvPr>
          <p:cNvSpPr txBox="1"/>
          <p:nvPr/>
        </p:nvSpPr>
        <p:spPr>
          <a:xfrm>
            <a:off x="-93308" y="3365616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B89A79-691F-4DF0-81E7-DA420CDB2FF4}"/>
              </a:ext>
            </a:extLst>
          </p:cNvPr>
          <p:cNvSpPr txBox="1"/>
          <p:nvPr/>
        </p:nvSpPr>
        <p:spPr>
          <a:xfrm>
            <a:off x="-93308" y="5394588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DE480A-8658-4989-B5A2-93D583AC2041}"/>
              </a:ext>
            </a:extLst>
          </p:cNvPr>
          <p:cNvSpPr txBox="1"/>
          <p:nvPr/>
        </p:nvSpPr>
        <p:spPr>
          <a:xfrm>
            <a:off x="8921368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065500-46B0-43D9-95C9-8CFB59B0C50F}"/>
              </a:ext>
            </a:extLst>
          </p:cNvPr>
          <p:cNvSpPr txBox="1"/>
          <p:nvPr/>
        </p:nvSpPr>
        <p:spPr>
          <a:xfrm>
            <a:off x="10591201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9B034B-934E-42D8-90F3-F3F138E0F919}"/>
              </a:ext>
            </a:extLst>
          </p:cNvPr>
          <p:cNvSpPr txBox="1"/>
          <p:nvPr/>
        </p:nvSpPr>
        <p:spPr>
          <a:xfrm>
            <a:off x="8361481" y="685800"/>
            <a:ext cx="22068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91955E-0663-4BB1-A23D-0934D1041D5B}"/>
              </a:ext>
            </a:extLst>
          </p:cNvPr>
          <p:cNvSpPr txBox="1"/>
          <p:nvPr/>
        </p:nvSpPr>
        <p:spPr>
          <a:xfrm>
            <a:off x="7754815" y="4856058"/>
            <a:ext cx="45566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 hope you meant to write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Positive values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mean more total presence in series y than in x.</a:t>
            </a:r>
          </a:p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Negative values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mean more total presence in series x than in y.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rgbClr val="FF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9E477C-4E94-4AD8-BFC1-A09F68A006FD}"/>
              </a:ext>
            </a:extLst>
          </p:cNvPr>
          <p:cNvSpPr txBox="1"/>
          <p:nvPr/>
        </p:nvSpPr>
        <p:spPr>
          <a:xfrm>
            <a:off x="8361482" y="1744338"/>
            <a:ext cx="3421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E7A820-6CAF-4843-B970-0BC8C754A23C}"/>
              </a:ext>
            </a:extLst>
          </p:cNvPr>
          <p:cNvSpPr txBox="1"/>
          <p:nvPr/>
        </p:nvSpPr>
        <p:spPr>
          <a:xfrm>
            <a:off x="8254402" y="1178532"/>
            <a:ext cx="3716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Pontius gets</a:t>
            </a:r>
          </a:p>
          <a:p>
            <a:r>
              <a:rPr lang="en-US" dirty="0">
                <a:solidFill>
                  <a:srgbClr val="FF0000"/>
                </a:solidFill>
              </a:rPr>
              <a:t>-7 for left pixel and 6 for right pixel </a:t>
            </a:r>
          </a:p>
        </p:txBody>
      </p:sp>
    </p:spTree>
    <p:extLst>
      <p:ext uri="{BB962C8B-B14F-4D97-AF65-F5344CB8AC3E}">
        <p14:creationId xmlns:p14="http://schemas.microsoft.com/office/powerpoint/2010/main" val="2468511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1C8048-2FEE-4BD8-A161-51EC6AB6D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784" y="2845632"/>
            <a:ext cx="3414097" cy="17094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27AF4C-D228-4506-AF00-C0A7B042F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70" y="852854"/>
            <a:ext cx="3421266" cy="17094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F81D5C-37EE-4552-B5C5-DF91A49FB3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70" y="2827167"/>
            <a:ext cx="3421266" cy="1709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ABCFB9-EF86-4961-8491-58B482B2A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70" y="4801480"/>
            <a:ext cx="3421266" cy="17094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3EF709-4695-4B7B-94D7-47F0511D2A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7500" y="836149"/>
            <a:ext cx="3421266" cy="1709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7842D59-E7FA-4BF2-9BF1-06E53C163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7500" y="2827167"/>
            <a:ext cx="3421265" cy="17094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37439E-5313-4425-A3F2-A02C17C27D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47500" y="4801480"/>
            <a:ext cx="3421266" cy="17094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F9857F4-6070-41A4-AA1D-52028B1E3009}"/>
              </a:ext>
            </a:extLst>
          </p:cNvPr>
          <p:cNvSpPr txBox="1"/>
          <p:nvPr/>
        </p:nvSpPr>
        <p:spPr>
          <a:xfrm>
            <a:off x="993530" y="1245907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5B1E10-B0CE-481B-9824-85780E057B4A}"/>
              </a:ext>
            </a:extLst>
          </p:cNvPr>
          <p:cNvSpPr txBox="1"/>
          <p:nvPr/>
        </p:nvSpPr>
        <p:spPr>
          <a:xfrm>
            <a:off x="2663363" y="1245907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F4513-AB9A-45A3-BA53-4D8FF6E5E9F1}"/>
              </a:ext>
            </a:extLst>
          </p:cNvPr>
          <p:cNvSpPr txBox="1"/>
          <p:nvPr/>
        </p:nvSpPr>
        <p:spPr>
          <a:xfrm>
            <a:off x="993530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3BEE1E-4AAD-4F1C-8B0D-2D3D49B84E27}"/>
              </a:ext>
            </a:extLst>
          </p:cNvPr>
          <p:cNvSpPr txBox="1"/>
          <p:nvPr/>
        </p:nvSpPr>
        <p:spPr>
          <a:xfrm>
            <a:off x="2663363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69564D-5867-4364-A064-E180EA4116C0}"/>
              </a:ext>
            </a:extLst>
          </p:cNvPr>
          <p:cNvSpPr txBox="1"/>
          <p:nvPr/>
        </p:nvSpPr>
        <p:spPr>
          <a:xfrm>
            <a:off x="993530" y="5150428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35B351-1C6F-4A4D-B2B2-039B10158F2D}"/>
              </a:ext>
            </a:extLst>
          </p:cNvPr>
          <p:cNvSpPr txBox="1"/>
          <p:nvPr/>
        </p:nvSpPr>
        <p:spPr>
          <a:xfrm>
            <a:off x="2663363" y="5150428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3C38B8-4C48-41D0-B40D-92C08D03A517}"/>
              </a:ext>
            </a:extLst>
          </p:cNvPr>
          <p:cNvSpPr txBox="1"/>
          <p:nvPr/>
        </p:nvSpPr>
        <p:spPr>
          <a:xfrm>
            <a:off x="4539761" y="1209213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CB6301-0E15-40EE-9BDA-5BE9FDCA94F1}"/>
              </a:ext>
            </a:extLst>
          </p:cNvPr>
          <p:cNvSpPr txBox="1"/>
          <p:nvPr/>
        </p:nvSpPr>
        <p:spPr>
          <a:xfrm>
            <a:off x="6209594" y="1209213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1BD8DF-FC82-4A41-8734-2514DA97658A}"/>
              </a:ext>
            </a:extLst>
          </p:cNvPr>
          <p:cNvSpPr txBox="1"/>
          <p:nvPr/>
        </p:nvSpPr>
        <p:spPr>
          <a:xfrm>
            <a:off x="4539761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7A3C20-B619-44FB-B883-AB20D04328A6}"/>
              </a:ext>
            </a:extLst>
          </p:cNvPr>
          <p:cNvSpPr txBox="1"/>
          <p:nvPr/>
        </p:nvSpPr>
        <p:spPr>
          <a:xfrm>
            <a:off x="6209594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5FBEAA-CED7-45CC-83F3-220AC1639C3D}"/>
              </a:ext>
            </a:extLst>
          </p:cNvPr>
          <p:cNvSpPr txBox="1"/>
          <p:nvPr/>
        </p:nvSpPr>
        <p:spPr>
          <a:xfrm>
            <a:off x="4539761" y="5170372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3DF799-20B4-4468-B636-F350E736F8B0}"/>
              </a:ext>
            </a:extLst>
          </p:cNvPr>
          <p:cNvSpPr txBox="1"/>
          <p:nvPr/>
        </p:nvSpPr>
        <p:spPr>
          <a:xfrm>
            <a:off x="6209594" y="5170372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1984F3-9733-48E0-B78F-679E9448A73F}"/>
              </a:ext>
            </a:extLst>
          </p:cNvPr>
          <p:cNvSpPr txBox="1"/>
          <p:nvPr/>
        </p:nvSpPr>
        <p:spPr>
          <a:xfrm>
            <a:off x="-93308" y="1409268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E86DD5-E6E8-4811-9178-DA031376CA20}"/>
              </a:ext>
            </a:extLst>
          </p:cNvPr>
          <p:cNvSpPr txBox="1"/>
          <p:nvPr/>
        </p:nvSpPr>
        <p:spPr>
          <a:xfrm>
            <a:off x="4539761" y="322314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series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AB1A2E-A6AB-49AD-B964-4D8CF45C567F}"/>
              </a:ext>
            </a:extLst>
          </p:cNvPr>
          <p:cNvSpPr txBox="1"/>
          <p:nvPr/>
        </p:nvSpPr>
        <p:spPr>
          <a:xfrm>
            <a:off x="1118495" y="322314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series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32C042-B168-478A-BD59-64B1CE16EE7F}"/>
              </a:ext>
            </a:extLst>
          </p:cNvPr>
          <p:cNvSpPr txBox="1"/>
          <p:nvPr/>
        </p:nvSpPr>
        <p:spPr>
          <a:xfrm>
            <a:off x="-93308" y="3365616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B89A79-691F-4DF0-81E7-DA420CDB2FF4}"/>
              </a:ext>
            </a:extLst>
          </p:cNvPr>
          <p:cNvSpPr txBox="1"/>
          <p:nvPr/>
        </p:nvSpPr>
        <p:spPr>
          <a:xfrm>
            <a:off x="-93308" y="5394588"/>
            <a:ext cx="756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DE480A-8658-4989-B5A2-93D583AC2041}"/>
              </a:ext>
            </a:extLst>
          </p:cNvPr>
          <p:cNvSpPr txBox="1"/>
          <p:nvPr/>
        </p:nvSpPr>
        <p:spPr>
          <a:xfrm>
            <a:off x="8921368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065500-46B0-43D9-95C9-8CFB59B0C50F}"/>
              </a:ext>
            </a:extLst>
          </p:cNvPr>
          <p:cNvSpPr txBox="1"/>
          <p:nvPr/>
        </p:nvSpPr>
        <p:spPr>
          <a:xfrm>
            <a:off x="10591201" y="3165561"/>
            <a:ext cx="9495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9B034B-934E-42D8-90F3-F3F138E0F919}"/>
              </a:ext>
            </a:extLst>
          </p:cNvPr>
          <p:cNvSpPr txBox="1"/>
          <p:nvPr/>
        </p:nvSpPr>
        <p:spPr>
          <a:xfrm>
            <a:off x="8361481" y="685800"/>
            <a:ext cx="22068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9E477C-4E94-4AD8-BFC1-A09F68A006FD}"/>
              </a:ext>
            </a:extLst>
          </p:cNvPr>
          <p:cNvSpPr txBox="1"/>
          <p:nvPr/>
        </p:nvSpPr>
        <p:spPr>
          <a:xfrm>
            <a:off x="8361482" y="1744338"/>
            <a:ext cx="3421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DA2A72-2D11-4372-8C80-F3FD154BC774}"/>
              </a:ext>
            </a:extLst>
          </p:cNvPr>
          <p:cNvSpPr txBox="1"/>
          <p:nvPr/>
        </p:nvSpPr>
        <p:spPr>
          <a:xfrm>
            <a:off x="8254402" y="1178532"/>
            <a:ext cx="3716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Pontius gets</a:t>
            </a:r>
          </a:p>
          <a:p>
            <a:r>
              <a:rPr lang="en-US" dirty="0">
                <a:solidFill>
                  <a:srgbClr val="FF0000"/>
                </a:solidFill>
              </a:rPr>
              <a:t>0 for left pixel and 0 for right pixel </a:t>
            </a:r>
          </a:p>
        </p:txBody>
      </p:sp>
    </p:spTree>
    <p:extLst>
      <p:ext uri="{BB962C8B-B14F-4D97-AF65-F5344CB8AC3E}">
        <p14:creationId xmlns:p14="http://schemas.microsoft.com/office/powerpoint/2010/main" val="1480186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20DA2A72-2D11-4372-8C80-F3FD154BC774}"/>
              </a:ext>
            </a:extLst>
          </p:cNvPr>
          <p:cNvSpPr txBox="1"/>
          <p:nvPr/>
        </p:nvSpPr>
        <p:spPr>
          <a:xfrm>
            <a:off x="621568" y="616677"/>
            <a:ext cx="814704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Pontius gets the following computing with pencil and paper.</a:t>
            </a:r>
          </a:p>
          <a:p>
            <a:r>
              <a:rPr lang="en-US" sz="2400" dirty="0">
                <a:solidFill>
                  <a:srgbClr val="FF0000"/>
                </a:solidFill>
              </a:rPr>
              <a:t>Equation 49	Left pixel = 2, Right pixel = 6</a:t>
            </a:r>
          </a:p>
          <a:p>
            <a:r>
              <a:rPr lang="en-US" sz="2400" dirty="0">
                <a:solidFill>
                  <a:srgbClr val="FF0000"/>
                </a:solidFill>
              </a:rPr>
              <a:t>Equation 50	Left pixel = -2, Right pixel = -1</a:t>
            </a:r>
          </a:p>
          <a:p>
            <a:r>
              <a:rPr lang="en-US" sz="2400" dirty="0">
                <a:solidFill>
                  <a:srgbClr val="FF0000"/>
                </a:solidFill>
              </a:rPr>
              <a:t>Equation 51	Left pixel = 6, Right pixel = 6</a:t>
            </a:r>
          </a:p>
          <a:p>
            <a:r>
              <a:rPr lang="en-US" sz="2400" dirty="0">
                <a:solidFill>
                  <a:srgbClr val="FF0000"/>
                </a:solidFill>
              </a:rPr>
              <a:t>Equation 52	Left pixel = 2, Right pixel = 2</a:t>
            </a:r>
          </a:p>
          <a:p>
            <a:r>
              <a:rPr lang="en-US" sz="2400" dirty="0">
                <a:solidFill>
                  <a:srgbClr val="FF0000"/>
                </a:solidFill>
              </a:rPr>
              <a:t>Equation 53	Left pixel = -7, Right pixel = 6</a:t>
            </a:r>
          </a:p>
          <a:p>
            <a:r>
              <a:rPr lang="en-US" sz="2400" dirty="0">
                <a:solidFill>
                  <a:srgbClr val="FF0000"/>
                </a:solidFill>
              </a:rPr>
              <a:t>Equation 54	Left pixel = 0, Right pixel = 0</a:t>
            </a:r>
          </a:p>
          <a:p>
            <a:endParaRPr lang="en-US" sz="2400" dirty="0">
              <a:solidFill>
                <a:srgbClr val="FF0000"/>
              </a:solidFill>
            </a:endParaRPr>
          </a:p>
          <a:p>
            <a:endParaRPr lang="en-US" sz="2400" dirty="0">
              <a:solidFill>
                <a:srgbClr val="FF0000"/>
              </a:solidFill>
            </a:endParaRPr>
          </a:p>
          <a:p>
            <a:r>
              <a:rPr lang="en-US" sz="2400" dirty="0">
                <a:solidFill>
                  <a:srgbClr val="FF0000"/>
                </a:solidFill>
              </a:rPr>
              <a:t>Antonio, you should first do this with pencil and paper to see whether you get the same results as me.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Then see whether your code gets the results of both of us.</a:t>
            </a:r>
          </a:p>
        </p:txBody>
      </p:sp>
    </p:spTree>
    <p:extLst>
      <p:ext uri="{BB962C8B-B14F-4D97-AF65-F5344CB8AC3E}">
        <p14:creationId xmlns:p14="http://schemas.microsoft.com/office/powerpoint/2010/main" val="3589959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352</Words>
  <Application>Microsoft Office PowerPoint</Application>
  <PresentationFormat>Widescreen</PresentationFormat>
  <Paragraphs>95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Galvao da Fonseca, Antonio</dc:creator>
  <cp:lastModifiedBy>Galvao da Fonseca, Antonio</cp:lastModifiedBy>
  <cp:revision>9</cp:revision>
  <dcterms:created xsi:type="dcterms:W3CDTF">2025-10-10T15:54:03Z</dcterms:created>
  <dcterms:modified xsi:type="dcterms:W3CDTF">2025-10-21T22:33:36Z</dcterms:modified>
</cp:coreProperties>
</file>