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9" r:id="rId2"/>
    <p:sldId id="271" r:id="rId3"/>
    <p:sldId id="272" r:id="rId4"/>
    <p:sldId id="273" r:id="rId5"/>
    <p:sldId id="274" r:id="rId6"/>
    <p:sldId id="275" r:id="rId7"/>
    <p:sldId id="276" r:id="rId8"/>
    <p:sldId id="256" r:id="rId9"/>
    <p:sldId id="259" r:id="rId10"/>
    <p:sldId id="258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CE4C4-5896-4426-BACC-815CF175287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4132E-B102-45BB-8281-2DB4DBDC6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04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EEA-4A62-40C8-BB49-DB1279E78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50873-FA8E-4D31-95C0-7516D4307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FA6D4-05A0-484C-8EC6-0BA91CAC5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ABB3A-080B-43CC-90C9-E48FC4D4372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E15AC-DDEF-4C9D-A200-7C53EBDD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95C34-1000-41DA-94B8-BE28DB96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6C94-9B47-4554-A980-81C0F4C0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3BA46-6CAF-4559-83F6-710EC75E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569DA-E8B2-4B59-8FA6-F609D41E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16750-84E8-437B-BA55-2064CB0CF43E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3D86-1E63-481E-8C06-F260D103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D306-3700-400B-8868-AC245097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8D8B-E1A4-4C65-8960-127CB1B1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1A0B8-5E30-437C-9167-992462562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0FF45-3BF4-4BF6-8D26-87F479C3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4CDE-964A-483C-BA2D-95C5D43F8DCE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A9B2-051C-4562-ABA6-7F827D359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AF916-A686-499C-9108-EF989E90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4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CF68-5383-42DF-9936-37111EB9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182F-21DC-4958-9C08-74986AD28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D88FE-5D42-4BC9-8AFF-61D52596B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6D5D-60CA-4D52-873C-42E9C269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5D2-F412-4AB9-A2C6-35359F9BA1CF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D2DD6-D635-4A60-A033-37988F1D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7ED60-892C-441F-866E-CDF94C3E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99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00A2-9E26-4DE5-AB1A-F2382DE6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B6545-8AA2-4DD0-8D30-B32CDD82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D7F03-8803-44A8-9BF5-3F955E836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657D9-F6ED-41BD-8E0B-995A56136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3B35B-00E9-41E7-8F6A-0A7C2B535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97771-53EC-4FB1-AFDA-74596E8E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8ECB-F4C4-4B30-B4D6-DD0F15F018C5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7C9FC-063B-43C7-9BD3-78A1EDC1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ABB8A-106B-4D4B-805D-2873DAC2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7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CB8-D132-4622-9777-66FAA5B95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DD61D6-10D6-4336-B2B1-BE2436F4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02DBA-7C12-4999-9BEE-7615F2E0A6CC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EF5BC-CC41-4DE8-BFCA-77CB5619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07112-0026-4DE9-ACEB-3148ED0A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0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014C7-CB94-48C6-8968-BFBCE737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9FA5-525D-4324-98C8-0ED1D83B046A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E26A7B-FFE6-4CFD-95F6-86B99E2F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E5B7B-2FD1-4A9D-BDA7-D75F0813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7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DFE7E-2F22-422C-BBE1-5722CD04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A230-D0E3-4C63-902D-C7704415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23F1E-8766-4567-B771-2A573567E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8C84E-69C0-4E55-9626-264D9A25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B51B4-3409-4B73-9E8A-C91F391D7429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00254-6F0E-41EF-90AF-2D548992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5888E-B2D9-417D-9751-66ABE128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0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F880-03E2-42F8-82EF-DE5C5C02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089BF-4B97-4D97-8065-1381AC19A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F8AD3-BF12-4F08-BD06-BB56AED4F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48938-8107-43F4-8660-CA7EFFEB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313A-39A8-4B3D-AEB2-DEF34F2617B4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F6582-EDE2-480C-B5C6-E7902EB9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64EE6-2C5A-4659-BEDE-91D6CAFF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A266-AB33-4C1A-9ABB-69704908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CF692-9377-4235-8479-F1B3EF075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43344-E75F-41D2-BE9D-A75EE870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94C8C-67AA-4A84-9D0A-402329E37964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618DC-BBA9-434B-B285-108C052F7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B04B-AFD9-4752-9304-1165AEDB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925ECF-6FE1-48EF-931F-6BB615C00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8405D-CA82-4540-B215-EFC332C42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DB30-9D31-4F9B-8F4D-385DF07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8BEF-598C-4015-ABE1-D56E6877D735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35B5-A0FF-4EA0-98B8-9A903C89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ABAF-5FC0-4126-A67F-AD84F617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4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FF56A-454D-4080-AF5F-EF2976D1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DA134-F6F3-4CE4-9CEC-CD1D73C83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CA42-60E5-4C15-AC95-F39FA2132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A3BF3-6D5D-4665-B3E0-2909FCF356E2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F7616-0838-4A23-8D81-75B32724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10D88-8B1B-4880-A0F6-24536DB5D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7EF4A-24AD-40B4-BD2D-14812ACD7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8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C040E5-A490-4A7E-8FCD-565D94AE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3AE17-2DF9-4348-AF2E-6B069E5C5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1.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made the raster results.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QGIS made the maps.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1F9749-A2C9-46C0-9357-CF91010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2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49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33EDA2-221C-4258-AC0A-BCF873143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5" y="1246378"/>
            <a:ext cx="6403230" cy="555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48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86C4DC-9C2D-4BFC-9635-5331A3FA2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7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664F5-F1B0-4808-8EBB-A90667143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5" y="1246378"/>
            <a:ext cx="6403230" cy="555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4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7C8DCE-2BF0-46A2-A2E8-6A47DB77A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51CE-BCE5-422A-A29F-249FDF895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04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6C26221-B21C-498C-93E3-BCA9A2A9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D253D-7A0F-4561-B985-78D4E9A72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EBB3C-1609-4D57-B61D-6C409C6E4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4386" y="1246378"/>
            <a:ext cx="6403228" cy="555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03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70CDE9-EA15-4B71-94FB-6A4F4E1C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2B6C68-14CF-4FB7-8173-9989FBC80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B965-FF81-48C5-84FB-E00D7D4E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0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8413C-C38E-462C-B839-0136E5FC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and Sum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CA9375-DFE4-438F-9115-501A20F14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473" y="3034947"/>
            <a:ext cx="5236579" cy="2447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6B5D78-5ED7-46DE-97DA-DA9C2C021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052" y="2493840"/>
            <a:ext cx="3419948" cy="301319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41DD6A-70F6-4544-BE9E-C3048327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F925AE-570E-444B-AC83-59BFDE80F362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64" t="25624" b="49881"/>
          <a:stretch/>
        </p:blipFill>
        <p:spPr bwMode="auto">
          <a:xfrm>
            <a:off x="0" y="3010725"/>
            <a:ext cx="3533775" cy="2496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041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8413C-C38E-462C-B839-0136E5FC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Loss and Gross Gain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41DD6A-70F6-4544-BE9E-C3048327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AA520-6554-4A41-9942-213E886DE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2427697"/>
            <a:ext cx="7610475" cy="36111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55D62B-CAD1-46C6-B8A9-01A258EC547A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21" t="50573" r="281" b="25680"/>
          <a:stretch/>
        </p:blipFill>
        <p:spPr bwMode="auto">
          <a:xfrm>
            <a:off x="114300" y="3011488"/>
            <a:ext cx="3533775" cy="24955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00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8413C-C38E-462C-B839-0136E5FC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 Loss and Gross Gain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41DD6A-70F6-4544-BE9E-C3048327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55D62B-CAD1-46C6-B8A9-01A258EC547A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21" t="50573" r="281" b="25680"/>
          <a:stretch/>
        </p:blipFill>
        <p:spPr bwMode="auto">
          <a:xfrm>
            <a:off x="114300" y="3011488"/>
            <a:ext cx="3533775" cy="24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9F5804-7B17-444A-A55D-CD8800D7A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381" y="1996599"/>
            <a:ext cx="6896708" cy="40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83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8413C-C38E-462C-B839-0136E5FC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Loss and Net Gain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41DD6A-70F6-4544-BE9E-C3048327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12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55D62B-CAD1-46C6-B8A9-01A258EC547A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21" t="74602" r="282" b="1651"/>
          <a:stretch/>
        </p:blipFill>
        <p:spPr bwMode="auto">
          <a:xfrm>
            <a:off x="114300" y="3011488"/>
            <a:ext cx="3533775" cy="24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E97750-A7BC-4529-9757-2C2D72D27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216" y="2950245"/>
            <a:ext cx="8546784" cy="317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82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8413C-C38E-462C-B839-0136E5FC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Loss and Net Gain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41DD6A-70F6-4544-BE9E-C3048327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55D62B-CAD1-46C6-B8A9-01A258EC547A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21" t="74602" r="282" b="1651"/>
          <a:stretch/>
        </p:blipFill>
        <p:spPr bwMode="auto">
          <a:xfrm>
            <a:off x="114300" y="3011488"/>
            <a:ext cx="3533775" cy="24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A218AE-5D4B-45B4-8D93-BAE43395D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783" y="2601809"/>
            <a:ext cx="6890483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89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52D2-AE8A-4E1C-9811-BBC0D231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49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CBFDE-B704-4468-BEA3-2E7EEC0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BDDA3-59DC-4969-9527-209530AC9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42" y="1690688"/>
            <a:ext cx="8583515" cy="43446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410EB0-8226-4512-8283-0814B26F438C}"/>
              </a:ext>
            </a:extLst>
          </p:cNvPr>
          <p:cNvSpPr txBox="1"/>
          <p:nvPr/>
        </p:nvSpPr>
        <p:spPr>
          <a:xfrm>
            <a:off x="2830285" y="2856411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7D2E3-51D8-407A-8683-CC9EC489067B}"/>
              </a:ext>
            </a:extLst>
          </p:cNvPr>
          <p:cNvSpPr txBox="1"/>
          <p:nvPr/>
        </p:nvSpPr>
        <p:spPr>
          <a:xfrm>
            <a:off x="7071360" y="2850788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9098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C10F9F5-BB4A-4F05-A005-505E2699E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41" y="1690688"/>
            <a:ext cx="8583515" cy="4344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A52D2-AE8A-4E1C-9811-BBC0D231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CBFDE-B704-4468-BEA3-2E7EEC0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10EB0-8226-4512-8283-0814B26F438C}"/>
              </a:ext>
            </a:extLst>
          </p:cNvPr>
          <p:cNvSpPr txBox="1"/>
          <p:nvPr/>
        </p:nvSpPr>
        <p:spPr>
          <a:xfrm>
            <a:off x="2830285" y="2856411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7D2E3-51D8-407A-8683-CC9EC489067B}"/>
              </a:ext>
            </a:extLst>
          </p:cNvPr>
          <p:cNvSpPr txBox="1"/>
          <p:nvPr/>
        </p:nvSpPr>
        <p:spPr>
          <a:xfrm>
            <a:off x="7071360" y="2850788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729259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619330-7391-4C9B-9F5A-1215564DC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241" y="1690688"/>
            <a:ext cx="8583515" cy="4344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A52D2-AE8A-4E1C-9811-BBC0D231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CBFDE-B704-4468-BEA3-2E7EEC0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10EB0-8226-4512-8283-0814B26F438C}"/>
              </a:ext>
            </a:extLst>
          </p:cNvPr>
          <p:cNvSpPr txBox="1"/>
          <p:nvPr/>
        </p:nvSpPr>
        <p:spPr>
          <a:xfrm>
            <a:off x="2830285" y="2856411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7D2E3-51D8-407A-8683-CC9EC489067B}"/>
              </a:ext>
            </a:extLst>
          </p:cNvPr>
          <p:cNvSpPr txBox="1"/>
          <p:nvPr/>
        </p:nvSpPr>
        <p:spPr>
          <a:xfrm>
            <a:off x="7071360" y="2850788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89222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D91DAA-BD0A-4AC4-B3D0-9C32F84CC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480" y="1690688"/>
            <a:ext cx="8581035" cy="434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A52D2-AE8A-4E1C-9811-BBC0D231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CBFDE-B704-4468-BEA3-2E7EEC0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10EB0-8226-4512-8283-0814B26F438C}"/>
              </a:ext>
            </a:extLst>
          </p:cNvPr>
          <p:cNvSpPr txBox="1"/>
          <p:nvPr/>
        </p:nvSpPr>
        <p:spPr>
          <a:xfrm>
            <a:off x="2830285" y="2856411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7D2E3-51D8-407A-8683-CC9EC489067B}"/>
              </a:ext>
            </a:extLst>
          </p:cNvPr>
          <p:cNvSpPr txBox="1"/>
          <p:nvPr/>
        </p:nvSpPr>
        <p:spPr>
          <a:xfrm>
            <a:off x="7071360" y="2850788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81767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763F0D-D282-4C8B-B9DD-B5FB821F6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480" y="1690688"/>
            <a:ext cx="8581035" cy="4343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A52D2-AE8A-4E1C-9811-BBC0D231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CBFDE-B704-4468-BEA3-2E7EEC0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10EB0-8226-4512-8283-0814B26F438C}"/>
              </a:ext>
            </a:extLst>
          </p:cNvPr>
          <p:cNvSpPr txBox="1"/>
          <p:nvPr/>
        </p:nvSpPr>
        <p:spPr>
          <a:xfrm>
            <a:off x="2830285" y="2856411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7D2E3-51D8-407A-8683-CC9EC489067B}"/>
              </a:ext>
            </a:extLst>
          </p:cNvPr>
          <p:cNvSpPr txBox="1"/>
          <p:nvPr/>
        </p:nvSpPr>
        <p:spPr>
          <a:xfrm>
            <a:off x="7071360" y="2850788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80062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EA3D22-F253-4736-9DA8-D2CE0ADFE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480" y="1690688"/>
            <a:ext cx="8581035" cy="434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DA52D2-AE8A-4E1C-9811-BBC0D231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54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CBFDE-B704-4468-BEA3-2E7EEC0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7EF4A-24AD-40B4-BD2D-14812ACD731E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410EB0-8226-4512-8283-0814B26F438C}"/>
              </a:ext>
            </a:extLst>
          </p:cNvPr>
          <p:cNvSpPr txBox="1"/>
          <p:nvPr/>
        </p:nvSpPr>
        <p:spPr>
          <a:xfrm>
            <a:off x="2830285" y="2856411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7D2E3-51D8-407A-8683-CC9EC489067B}"/>
              </a:ext>
            </a:extLst>
          </p:cNvPr>
          <p:cNvSpPr txBox="1"/>
          <p:nvPr/>
        </p:nvSpPr>
        <p:spPr>
          <a:xfrm>
            <a:off x="7071360" y="2850788"/>
            <a:ext cx="229035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21621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101</Words>
  <Application>Microsoft Office PowerPoint</Application>
  <PresentationFormat>Widescreen</PresentationFormat>
  <Paragraphs>51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PIE data</vt:lpstr>
      <vt:lpstr>Equation 49</vt:lpstr>
      <vt:lpstr>Equation 50</vt:lpstr>
      <vt:lpstr>Equation 51</vt:lpstr>
      <vt:lpstr>Equation 52</vt:lpstr>
      <vt:lpstr>Equation 53</vt:lpstr>
      <vt:lpstr>Equation 54</vt:lpstr>
      <vt:lpstr>Toy data</vt:lpstr>
      <vt:lpstr>Presence and Sum</vt:lpstr>
      <vt:lpstr>Gross Loss and Gross Gain</vt:lpstr>
      <vt:lpstr>Gross Loss and Gross Gain</vt:lpstr>
      <vt:lpstr>Net Loss and Net Gain</vt:lpstr>
      <vt:lpstr>Net Loss and Net Gain</vt:lpstr>
      <vt:lpstr>Equation 49</vt:lpstr>
      <vt:lpstr>Equation 50</vt:lpstr>
      <vt:lpstr>Equation 51</vt:lpstr>
      <vt:lpstr>Equation 52</vt:lpstr>
      <vt:lpstr>Equation 53</vt:lpstr>
      <vt:lpstr>Equation 54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Toy data</dc:title>
  <dc:creator>Galvao da Fonseca, Antonio</dc:creator>
  <cp:lastModifiedBy>Galvao da Fonseca, Antonio</cp:lastModifiedBy>
  <cp:revision>27</cp:revision>
  <dcterms:created xsi:type="dcterms:W3CDTF">2025-10-28T16:18:41Z</dcterms:created>
  <dcterms:modified xsi:type="dcterms:W3CDTF">2025-10-29T19:26:31Z</dcterms:modified>
</cp:coreProperties>
</file>