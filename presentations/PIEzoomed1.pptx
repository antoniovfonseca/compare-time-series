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69" r:id="rId2"/>
    <p:sldId id="270" r:id="rId3"/>
    <p:sldId id="271" r:id="rId4"/>
    <p:sldId id="272" r:id="rId5"/>
    <p:sldId id="273" r:id="rId6"/>
    <p:sldId id="274" r:id="rId7"/>
    <p:sldId id="275" r:id="rId8"/>
    <p:sldId id="276" r:id="rId9"/>
    <p:sldId id="277" r:id="rId10"/>
    <p:sldId id="256" r:id="rId11"/>
    <p:sldId id="259" r:id="rId12"/>
    <p:sldId id="258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110" d="100"/>
          <a:sy n="110" d="100"/>
        </p:scale>
        <p:origin x="55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7CE4C4-5896-4426-BACC-815CF1752878}" type="datetimeFigureOut">
              <a:rPr lang="en-US" smtClean="0"/>
              <a:t>10/28/2025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34132E-B102-45BB-8281-2DB4DBDC60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6043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57EEA-4A62-40C8-BB49-DB1279E783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650873-FA8E-4D31-95C0-7516D4307C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2FA6D4-05A0-484C-8EC6-0BA91CAC5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CABB3A-080B-43CC-90C9-E48FC4D4372B}" type="datetime1">
              <a:rPr lang="en-US" smtClean="0"/>
              <a:t>10/28/2025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2E15AC-DDEF-4C9D-A200-7C53EBDD17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C95C34-1000-41DA-94B8-BE28DB9659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10203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C6C94-9B47-4554-A980-81C0F4C01A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33BA46-6CAF-4559-83F6-710EC75E61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B569DA-E8B2-4B59-8FA6-F609D41EDA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16750-84E8-437B-BA55-2064CB0CF43E}" type="datetime1">
              <a:rPr lang="en-US" smtClean="0"/>
              <a:t>10/28/2025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E43D86-1E63-481E-8C06-F260D1030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E9D306-3700-400B-8868-AC245097F7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8633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C8D8B-E1A4-4C65-8960-127CB1B1C0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21A0B8-5E30-437C-9167-9924625621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E0FF45-3BF4-4BF6-8D26-87F479C36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224CDE-964A-483C-BA2D-95C5D43F8DCE}" type="datetime1">
              <a:rPr lang="en-US" smtClean="0"/>
              <a:t>10/28/2025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6CA9B2-051C-4562-ABA6-7F827D359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5AF916-A686-499C-9108-EF989E90B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8407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BCF68-5383-42DF-9936-37111EB96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28182F-21DC-4958-9C08-74986AD281B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6D88FE-5D42-4BC9-8AFF-61D52596BA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0B6D5D-60CA-4D52-873C-42E9C269A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4065D2-F412-4AB9-A2C6-35359F9BA1CF}" type="datetime1">
              <a:rPr lang="en-US" smtClean="0"/>
              <a:t>10/28/2025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6D2DD6-D635-4A60-A033-37988F1DAF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97ED60-892C-441F-866E-CDF94C3E1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8997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2F00A2-9E26-4DE5-AB1A-F2382DE6DB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FB6545-8AA2-4DD0-8D30-B32CDD823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1D7F03-8803-44A8-9BF5-3F955E836B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A657D9-F6ED-41BD-8E0B-995A561365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C13B35B-00E9-41E7-8F6A-0A7C2B535C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8697771-53EC-4FB1-AFDA-74596E8EB0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18ECB-F4C4-4B30-B4D6-DD0F15F018C5}" type="datetime1">
              <a:rPr lang="en-US" smtClean="0"/>
              <a:t>10/28/2025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C7C9FC-063B-43C7-9BD3-78A1EDC1D0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DBABB8A-106B-4D4B-805D-2873DAC2B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4742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61CB8-D132-4622-9777-66FAA5B95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DD61D6-10D6-4336-B2B1-BE2436F415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02DBA-7C12-4999-9BEE-7615F2E0A6CC}" type="datetime1">
              <a:rPr lang="en-US" smtClean="0"/>
              <a:t>10/28/2025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CCEF5BC-CC41-4DE8-BFCA-77CB5619B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307112-0026-4DE9-ACEB-3148ED0A1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7038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18014C7-CB94-48C6-8968-BFBCE7377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49FA5-525D-4324-98C8-0ED1D83B046A}" type="datetime1">
              <a:rPr lang="en-US" smtClean="0"/>
              <a:t>10/28/2025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EE26A7B-FFE6-4CFD-95F6-86B99E2F6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BE5B7B-2FD1-4A9D-BDA7-D75F08136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75702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DFE7E-2F22-422C-BBE1-5722CD04F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A0A230-D0E3-4C63-902D-C770441586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723F1E-8766-4567-B771-2A573567E2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C8C84E-69C0-4E55-9626-264D9A254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9B51B4-3409-4B73-9E8A-C91F391D7429}" type="datetime1">
              <a:rPr lang="en-US" smtClean="0"/>
              <a:t>10/28/2025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F00254-6F0E-41EF-90AF-2D548992BF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05888E-B2D9-417D-9751-66ABE1289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2078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BAF880-03E2-42F8-82EF-DE5C5C02B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CB089BF-4B97-4D97-8065-1381AC19AA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DF8AD3-BF12-4F08-BD06-BB56AED4F8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148938-8107-43F4-8660-CA7EFFEBCE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E2313A-39A8-4B3D-AEB2-DEF34F2617B4}" type="datetime1">
              <a:rPr lang="en-US" smtClean="0"/>
              <a:t>10/28/2025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5F6582-EDE2-480C-B5C6-E7902EB9B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A64EE6-2C5A-4659-BEDE-91D6CAFF5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5980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EA266-AB33-4C1A-9ABB-697049087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ACF692-9377-4235-8479-F1B3EF0753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443344-E75F-41D2-BE9D-A75EE87078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94C8C-67AA-4A84-9D0A-402329E37964}" type="datetime1">
              <a:rPr lang="en-US" smtClean="0"/>
              <a:t>10/28/2025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6618DC-BBA9-434B-B285-108C052F70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6B04B-AFD9-4752-9304-1165AEDBD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9516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925ECF-6FE1-48EF-931F-6BB615C008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B8405D-CA82-4540-B215-EFC332C426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CDB30-9D31-4F9B-8F4D-385DF07816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28BEF-598C-4015-ABE1-D56E6877D735}" type="datetime1">
              <a:rPr lang="en-US" smtClean="0"/>
              <a:t>10/28/2025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8435B5-A0FF-4EA0-98B8-9A903C89C5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AAABAF-5FC0-4126-A67F-AD84F6174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59440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BFF56A-454D-4080-AF5F-EF2976D186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2DA134-F6F3-4CE4-9CEC-CD1D73C836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DDCA42-60E5-4C15-AC95-F39FA2132A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DA3BF3-6D5D-4665-B3E0-2909FCF356E2}" type="datetime1">
              <a:rPr lang="en-US" smtClean="0"/>
              <a:t>10/28/2025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EF7616-0838-4A23-8D81-75B327248A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810D88-8B1B-4880-A0F6-24536DB5D7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B7EF4A-24AD-40B4-BD2D-14812ACD73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882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2C040E5-A490-4A7E-8FCD-565D94AE9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PIE data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63AE17-2DF9-4348-AF2E-6B069E5C52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Zoom 1.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Raster results were made using the code.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Maps were made using QGIS.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51F9749-A2C9-46C0-9357-CF910109C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9233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A8B7BF-8B8B-4D5A-810B-272823167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936A36-563D-47C5-9A46-B3A26D85A4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A2C77A-7CEC-4EC0-A5BD-F28DB183A7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59536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BC43F648-19B7-46EF-9AF8-87AB13AB2E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87533" y="1162735"/>
            <a:ext cx="8053747" cy="5695264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96C26221-B21C-498C-93E3-BCA9A2A9F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Equation 49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0D253D-7A0F-4561-B985-78D4E9A72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66489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BC43F648-19B7-46EF-9AF8-87AB13AB2E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87533" y="1162735"/>
            <a:ext cx="8053746" cy="5695264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96C26221-B21C-498C-93E3-BCA9A2A9F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Equation 50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0D253D-7A0F-4561-B985-78D4E9A72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0743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6C26221-B21C-498C-93E3-BCA9A2A9F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Equation 51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0D253D-7A0F-4561-B985-78D4E9A72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84453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BC43F648-19B7-46EF-9AF8-87AB13AB2E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87533" y="1162735"/>
            <a:ext cx="8053746" cy="5695263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96C26221-B21C-498C-93E3-BCA9A2A9F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Equation 52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0D253D-7A0F-4561-B985-78D4E9A72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7339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BC43F648-19B7-46EF-9AF8-87AB13AB2E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87534" y="1162735"/>
            <a:ext cx="8053744" cy="5695263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96C26221-B21C-498C-93E3-BCA9A2A9F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Equation 53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0D253D-7A0F-4561-B985-78D4E9A72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4049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6C26221-B21C-498C-93E3-BCA9A2A9F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Equation 54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0D253D-7A0F-4561-B985-78D4E9A72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72035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2C040E5-A490-4A7E-8FCD-565D94AE9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PIE data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63AE17-2DF9-4348-AF2E-6B069E5C52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Zoom 2.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Raster results were made using the code.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Maps were made using QGIS.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51F9749-A2C9-46C0-9357-CF910109C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07406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A70CDE9-EA15-4B71-94FB-6A4F4E1C4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Toy data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2B6C68-14CF-4FB7-8173-9989FBC80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58B965-FF81-48C5-84FB-E00D7D4E3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009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C68413C-C38E-462C-B839-0136E5FC8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Presence and Sum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7CA9375-DFE4-438F-9115-501A20F148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5473" y="3034947"/>
            <a:ext cx="5236579" cy="244786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06B5D78-5ED7-46DE-97DA-DA9C2C0215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2052" y="2493840"/>
            <a:ext cx="3419948" cy="3013197"/>
          </a:xfrm>
          <a:prstGeom prst="rect">
            <a:avLst/>
          </a:prstGeom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041DD6A-70F6-4544-BE9E-C30483276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11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0F925AE-570E-444B-AC83-59BFDE80F362}"/>
              </a:ext>
            </a:extLst>
          </p:cNvPr>
          <p:cNvPicPr/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864" t="25624" b="49881"/>
          <a:stretch/>
        </p:blipFill>
        <p:spPr bwMode="auto">
          <a:xfrm>
            <a:off x="0" y="3010725"/>
            <a:ext cx="3533775" cy="249631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304114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C68413C-C38E-462C-B839-0136E5FC8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Gross Loss and Gross Gain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041DD6A-70F6-4544-BE9E-C30483276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12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8FAA520-6554-4A41-9942-213E886DE1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4775" y="2427697"/>
            <a:ext cx="7610475" cy="361115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155D62B-CAD1-46C6-B8A9-01A258EC547A}"/>
              </a:ext>
            </a:extLst>
          </p:cNvPr>
          <p:cNvPicPr/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921" t="50573" r="281" b="25680"/>
          <a:stretch/>
        </p:blipFill>
        <p:spPr bwMode="auto">
          <a:xfrm>
            <a:off x="114300" y="3011488"/>
            <a:ext cx="3533775" cy="249554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70017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C68413C-C38E-462C-B839-0136E5FC8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Gross Loss and Gross Gain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041DD6A-70F6-4544-BE9E-C30483276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13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155D62B-CAD1-46C6-B8A9-01A258EC547A}"/>
              </a:ext>
            </a:extLst>
          </p:cNvPr>
          <p:cNvPicPr/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921" t="50573" r="281" b="25680"/>
          <a:stretch/>
        </p:blipFill>
        <p:spPr bwMode="auto">
          <a:xfrm>
            <a:off x="114300" y="3011488"/>
            <a:ext cx="3533775" cy="2495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59F5804-7B17-444A-A55D-CD8800D7A2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5381" y="1996599"/>
            <a:ext cx="6896708" cy="4053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6834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C68413C-C38E-462C-B839-0136E5FC8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 Loss and Net Gain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041DD6A-70F6-4544-BE9E-C30483276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14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155D62B-CAD1-46C6-B8A9-01A258EC547A}"/>
              </a:ext>
            </a:extLst>
          </p:cNvPr>
          <p:cNvPicPr/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921" t="74602" r="282" b="1651"/>
          <a:stretch/>
        </p:blipFill>
        <p:spPr bwMode="auto">
          <a:xfrm>
            <a:off x="114300" y="3011488"/>
            <a:ext cx="3533775" cy="2495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AE97750-A7BC-4529-9757-2C2D72D27B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5216" y="2950245"/>
            <a:ext cx="8546784" cy="31793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24826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C68413C-C38E-462C-B839-0136E5FC8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 Loss and Net Gain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041DD6A-70F6-4544-BE9E-C30483276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15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155D62B-CAD1-46C6-B8A9-01A258EC547A}"/>
              </a:ext>
            </a:extLst>
          </p:cNvPr>
          <p:cNvPicPr/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921" t="74602" r="282" b="1651"/>
          <a:stretch/>
        </p:blipFill>
        <p:spPr bwMode="auto">
          <a:xfrm>
            <a:off x="114300" y="3011488"/>
            <a:ext cx="3533775" cy="2495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AA218AE-5D4B-45B4-8D93-BAE43395D2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9783" y="2601809"/>
            <a:ext cx="6890483" cy="3611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82892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DA52D2-AE8A-4E1C-9811-BBC0D2316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Equation 49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A6CBFDE-B704-4468-BEA3-2E7EEC07E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16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2BDDA3-59DC-4969-9527-209530AC9A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4242" y="1690688"/>
            <a:ext cx="8583515" cy="434465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2410EB0-8226-4512-8283-0814B26F438C}"/>
              </a:ext>
            </a:extLst>
          </p:cNvPr>
          <p:cNvSpPr txBox="1"/>
          <p:nvPr/>
        </p:nvSpPr>
        <p:spPr>
          <a:xfrm>
            <a:off x="2830285" y="2856411"/>
            <a:ext cx="2290355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17D2E3-51D8-407A-8683-CC9EC489067B}"/>
              </a:ext>
            </a:extLst>
          </p:cNvPr>
          <p:cNvSpPr txBox="1"/>
          <p:nvPr/>
        </p:nvSpPr>
        <p:spPr>
          <a:xfrm>
            <a:off x="7071360" y="2850788"/>
            <a:ext cx="2290355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790983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1C10F9F5-BB4A-4F05-A005-505E2699EE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4241" y="1690688"/>
            <a:ext cx="8583515" cy="434465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7DA52D2-AE8A-4E1C-9811-BBC0D2316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Equation 50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A6CBFDE-B704-4468-BEA3-2E7EEC07E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17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410EB0-8226-4512-8283-0814B26F438C}"/>
              </a:ext>
            </a:extLst>
          </p:cNvPr>
          <p:cNvSpPr txBox="1"/>
          <p:nvPr/>
        </p:nvSpPr>
        <p:spPr>
          <a:xfrm>
            <a:off x="2830285" y="2856411"/>
            <a:ext cx="2290355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17D2E3-51D8-407A-8683-CC9EC489067B}"/>
              </a:ext>
            </a:extLst>
          </p:cNvPr>
          <p:cNvSpPr txBox="1"/>
          <p:nvPr/>
        </p:nvSpPr>
        <p:spPr>
          <a:xfrm>
            <a:off x="7071360" y="2850788"/>
            <a:ext cx="2290355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-1</a:t>
            </a:r>
          </a:p>
        </p:txBody>
      </p:sp>
    </p:spTree>
    <p:extLst>
      <p:ext uri="{BB962C8B-B14F-4D97-AF65-F5344CB8AC3E}">
        <p14:creationId xmlns:p14="http://schemas.microsoft.com/office/powerpoint/2010/main" val="27292595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E619330-7391-4C9B-9F5A-1215564DC8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4241" y="1690688"/>
            <a:ext cx="8583515" cy="434465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7DA52D2-AE8A-4E1C-9811-BBC0D2316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Equation 51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A6CBFDE-B704-4468-BEA3-2E7EEC07E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18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410EB0-8226-4512-8283-0814B26F438C}"/>
              </a:ext>
            </a:extLst>
          </p:cNvPr>
          <p:cNvSpPr txBox="1"/>
          <p:nvPr/>
        </p:nvSpPr>
        <p:spPr>
          <a:xfrm>
            <a:off x="2830285" y="2856411"/>
            <a:ext cx="2290355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17D2E3-51D8-407A-8683-CC9EC489067B}"/>
              </a:ext>
            </a:extLst>
          </p:cNvPr>
          <p:cNvSpPr txBox="1"/>
          <p:nvPr/>
        </p:nvSpPr>
        <p:spPr>
          <a:xfrm>
            <a:off x="7071360" y="2850788"/>
            <a:ext cx="2290355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2892226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02D91DAA-BD0A-4AC4-B3D0-9C32F84CCA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480" y="1690688"/>
            <a:ext cx="8581035" cy="43434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7DA52D2-AE8A-4E1C-9811-BBC0D2316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Equation 52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A6CBFDE-B704-4468-BEA3-2E7EEC07E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19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410EB0-8226-4512-8283-0814B26F438C}"/>
              </a:ext>
            </a:extLst>
          </p:cNvPr>
          <p:cNvSpPr txBox="1"/>
          <p:nvPr/>
        </p:nvSpPr>
        <p:spPr>
          <a:xfrm>
            <a:off x="2830285" y="2856411"/>
            <a:ext cx="2290355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17D2E3-51D8-407A-8683-CC9EC489067B}"/>
              </a:ext>
            </a:extLst>
          </p:cNvPr>
          <p:cNvSpPr txBox="1"/>
          <p:nvPr/>
        </p:nvSpPr>
        <p:spPr>
          <a:xfrm>
            <a:off x="7071360" y="2850788"/>
            <a:ext cx="2290355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4817674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B763F0D-D282-4C8B-B9DD-B5FB821F6D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480" y="1690688"/>
            <a:ext cx="8581035" cy="43434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7DA52D2-AE8A-4E1C-9811-BBC0D2316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Equation 53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A6CBFDE-B704-4468-BEA3-2E7EEC07E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20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410EB0-8226-4512-8283-0814B26F438C}"/>
              </a:ext>
            </a:extLst>
          </p:cNvPr>
          <p:cNvSpPr txBox="1"/>
          <p:nvPr/>
        </p:nvSpPr>
        <p:spPr>
          <a:xfrm>
            <a:off x="2830285" y="2856411"/>
            <a:ext cx="2290355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17D2E3-51D8-407A-8683-CC9EC489067B}"/>
              </a:ext>
            </a:extLst>
          </p:cNvPr>
          <p:cNvSpPr txBox="1"/>
          <p:nvPr/>
        </p:nvSpPr>
        <p:spPr>
          <a:xfrm>
            <a:off x="7071360" y="2850788"/>
            <a:ext cx="2290355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8800626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DEA3D22-F253-4736-9DA8-D2CE0ADFE2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480" y="1690688"/>
            <a:ext cx="8581035" cy="43434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7DA52D2-AE8A-4E1C-9811-BBC0D2316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Equation 54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A6CBFDE-B704-4468-BEA3-2E7EEC07E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21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410EB0-8226-4512-8283-0814B26F438C}"/>
              </a:ext>
            </a:extLst>
          </p:cNvPr>
          <p:cNvSpPr txBox="1"/>
          <p:nvPr/>
        </p:nvSpPr>
        <p:spPr>
          <a:xfrm>
            <a:off x="2830285" y="2856411"/>
            <a:ext cx="2290355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17D2E3-51D8-407A-8683-CC9EC489067B}"/>
              </a:ext>
            </a:extLst>
          </p:cNvPr>
          <p:cNvSpPr txBox="1"/>
          <p:nvPr/>
        </p:nvSpPr>
        <p:spPr>
          <a:xfrm>
            <a:off x="7071360" y="2850788"/>
            <a:ext cx="2290355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22162194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326</TotalTime>
  <Words>127</Words>
  <Application>Microsoft Office PowerPoint</Application>
  <PresentationFormat>Widescreen</PresentationFormat>
  <Paragraphs>55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Arial</vt:lpstr>
      <vt:lpstr>Calibri</vt:lpstr>
      <vt:lpstr>Calibri Light</vt:lpstr>
      <vt:lpstr>Times New Roman</vt:lpstr>
      <vt:lpstr>Office Theme</vt:lpstr>
      <vt:lpstr>PIE data</vt:lpstr>
      <vt:lpstr>PowerPoint Presentation</vt:lpstr>
      <vt:lpstr>Equation 49</vt:lpstr>
      <vt:lpstr>Equation 50</vt:lpstr>
      <vt:lpstr>Equation 51</vt:lpstr>
      <vt:lpstr>Equation 52</vt:lpstr>
      <vt:lpstr>Equation 53</vt:lpstr>
      <vt:lpstr>Equation 54</vt:lpstr>
      <vt:lpstr>PIE data</vt:lpstr>
      <vt:lpstr>Toy data</vt:lpstr>
      <vt:lpstr>Presence and Sum</vt:lpstr>
      <vt:lpstr>Gross Loss and Gross Gain</vt:lpstr>
      <vt:lpstr>Gross Loss and Gross Gain</vt:lpstr>
      <vt:lpstr>Net Loss and Net Gain</vt:lpstr>
      <vt:lpstr>Net Loss and Net Gain</vt:lpstr>
      <vt:lpstr>Equation 49</vt:lpstr>
      <vt:lpstr>Equation 50</vt:lpstr>
      <vt:lpstr>Equation 51</vt:lpstr>
      <vt:lpstr>Equation 52</vt:lpstr>
      <vt:lpstr>Equation 53</vt:lpstr>
      <vt:lpstr>Equation 54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Toy data</dc:title>
  <dc:creator>Galvao da Fonseca, Antonio</dc:creator>
  <cp:lastModifiedBy>Galvao da Fonseca, Antonio</cp:lastModifiedBy>
  <cp:revision>14</cp:revision>
  <dcterms:created xsi:type="dcterms:W3CDTF">2025-10-28T16:18:41Z</dcterms:created>
  <dcterms:modified xsi:type="dcterms:W3CDTF">2025-10-28T21:45:38Z</dcterms:modified>
</cp:coreProperties>
</file>