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9" r:id="rId2"/>
    <p:sldId id="271" r:id="rId3"/>
    <p:sldId id="272" r:id="rId4"/>
    <p:sldId id="273" r:id="rId5"/>
    <p:sldId id="274" r:id="rId6"/>
    <p:sldId id="275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lvao da Fonseca, Antonio" initials="GdFA" lastIdx="2" clrIdx="0">
    <p:extLst>
      <p:ext uri="{19B8F6BF-5375-455C-9EA6-DF929625EA0E}">
        <p15:presenceInfo xmlns:p15="http://schemas.microsoft.com/office/powerpoint/2012/main" userId="S::AntFonseca@clarku.edu::125af482-5f22-444f-ad99-716919bceb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595" autoAdjust="0"/>
  </p:normalViewPr>
  <p:slideViewPr>
    <p:cSldViewPr snapToGrid="0">
      <p:cViewPr varScale="1">
        <p:scale>
          <a:sx n="94" d="100"/>
          <a:sy n="94" d="100"/>
        </p:scale>
        <p:origin x="4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29T18:19:59.314" idx="1">
    <p:pos x="6182" y="2029"/>
    <p:text>Is higher when there is no change in X and loss in Y?</p:text>
    <p:extLst>
      <p:ext uri="{C676402C-5697-4E1C-873F-D02D1690AC5C}">
        <p15:threadingInfo xmlns:p15="http://schemas.microsoft.com/office/powerpoint/2012/main" timeZoneBias="240"/>
      </p:ext>
    </p:extLst>
  </p:cm>
  <p:cm authorId="1" dt="2025-10-29T18:20:30.330" idx="2">
    <p:pos x="6182" y="2547"/>
    <p:text>Same here</p:text>
    <p:extLst>
      <p:ext uri="{C676402C-5697-4E1C-873F-D02D1690AC5C}">
        <p15:threadingInfo xmlns:p15="http://schemas.microsoft.com/office/powerpoint/2012/main" timeZoneBias="2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CE4C4-5896-4426-BACC-815CF175287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4132E-B102-45BB-8281-2DB4DBDC6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04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+2 = Gain in X and Loss in Y (2-(-1))</a:t>
            </a:r>
          </a:p>
          <a:p>
            <a:r>
              <a:rPr lang="en-US" dirty="0"/>
              <a:t>+1 = Gain in X and Y does not change. Or X does not change and Y loss. (1-0) and (0-(-1))</a:t>
            </a:r>
          </a:p>
          <a:p>
            <a:r>
              <a:rPr lang="en-US" dirty="0"/>
              <a:t>0= no change or both change in the same direction.</a:t>
            </a:r>
          </a:p>
          <a:p>
            <a:r>
              <a:rPr lang="en-US" dirty="0"/>
              <a:t>-1=Loss in X and no change in Y. X does not change and Gain in Y. (-1-0) and (0-1)</a:t>
            </a:r>
          </a:p>
          <a:p>
            <a:r>
              <a:rPr lang="en-US" dirty="0"/>
              <a:t>-2=Loss in X and Gain in Y. (-1-(1))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34132E-B102-45BB-8281-2DB4DBDC60E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17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Gain=+1</a:t>
            </a:r>
            <a:br>
              <a:rPr lang="en-US" dirty="0"/>
            </a:br>
            <a:r>
              <a:rPr lang="en-US" dirty="0"/>
              <a:t>Loss = -1</a:t>
            </a:r>
            <a:br>
              <a:rPr lang="en-US" dirty="0"/>
            </a:br>
            <a:r>
              <a:rPr lang="en-US" dirty="0"/>
              <a:t>No change =0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34132E-B102-45BB-8281-2DB4DBDC60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34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7EEA-4A62-40C8-BB49-DB1279E78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50873-FA8E-4D31-95C0-7516D4307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FA6D4-05A0-484C-8EC6-0BA91CAC5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ABB3A-080B-43CC-90C9-E48FC4D4372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E15AC-DDEF-4C9D-A200-7C53EBDD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95C34-1000-41DA-94B8-BE28DB96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2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6C94-9B47-4554-A980-81C0F4C0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3BA46-6CAF-4559-83F6-710EC75E6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569DA-E8B2-4B59-8FA6-F609D41ED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16750-84E8-437B-BA55-2064CB0CF43E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43D86-1E63-481E-8C06-F260D1030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9D306-3700-400B-8868-AC245097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3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C8D8B-E1A4-4C65-8960-127CB1B1C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1A0B8-5E30-437C-9167-992462562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0FF45-3BF4-4BF6-8D26-87F479C3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4CDE-964A-483C-BA2D-95C5D43F8DCE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CA9B2-051C-4562-ABA6-7F827D359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AF916-A686-499C-9108-EF989E90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40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BCF68-5383-42DF-9936-37111EB9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8182F-21DC-4958-9C08-74986AD28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D88FE-5D42-4BC9-8AFF-61D52596B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B6D5D-60CA-4D52-873C-42E9C269A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5D2-F412-4AB9-A2C6-35359F9BA1CF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D2DD6-D635-4A60-A033-37988F1DA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7ED60-892C-441F-866E-CDF94C3E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99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F00A2-9E26-4DE5-AB1A-F2382DE6D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B6545-8AA2-4DD0-8D30-B32CDD823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D7F03-8803-44A8-9BF5-3F955E836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657D9-F6ED-41BD-8E0B-995A561365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13B35B-00E9-41E7-8F6A-0A7C2B535C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697771-53EC-4FB1-AFDA-74596E8EB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8ECB-F4C4-4B30-B4D6-DD0F15F018C5}" type="datetime1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C7C9FC-063B-43C7-9BD3-78A1EDC1D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BABB8A-106B-4D4B-805D-2873DAC2B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7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1CB8-D132-4622-9777-66FAA5B95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DD61D6-10D6-4336-B2B1-BE2436F4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02DBA-7C12-4999-9BEE-7615F2E0A6CC}" type="datetime1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CEF5BC-CC41-4DE8-BFCA-77CB5619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07112-0026-4DE9-ACEB-3148ED0A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03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8014C7-CB94-48C6-8968-BFBCE737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9FA5-525D-4324-98C8-0ED1D83B046A}" type="datetime1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E26A7B-FFE6-4CFD-95F6-86B99E2F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E5B7B-2FD1-4A9D-BDA7-D75F08136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70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DFE7E-2F22-422C-BBE1-5722CD04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0A230-D0E3-4C63-902D-C77044158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23F1E-8766-4567-B771-2A573567E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8C84E-69C0-4E55-9626-264D9A254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51B4-3409-4B73-9E8A-C91F391D7429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00254-6F0E-41EF-90AF-2D548992B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5888E-B2D9-417D-9751-66ABE128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0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F880-03E2-42F8-82EF-DE5C5C02B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089BF-4B97-4D97-8065-1381AC19AA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F8AD3-BF12-4F08-BD06-BB56AED4F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48938-8107-43F4-8660-CA7EFFEBC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313A-39A8-4B3D-AEB2-DEF34F2617B4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F6582-EDE2-480C-B5C6-E7902EB9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64EE6-2C5A-4659-BEDE-91D6CAFF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98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A266-AB33-4C1A-9ABB-69704908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CF692-9377-4235-8479-F1B3EF075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43344-E75F-41D2-BE9D-A75EE8707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94C8C-67AA-4A84-9D0A-402329E37964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618DC-BBA9-434B-B285-108C052F7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6B04B-AFD9-4752-9304-1165AEDB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1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925ECF-6FE1-48EF-931F-6BB615C00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8405D-CA82-4540-B215-EFC332C42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CDB30-9D31-4F9B-8F4D-385DF07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8BEF-598C-4015-ABE1-D56E6877D735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435B5-A0FF-4EA0-98B8-9A903C89C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AABAF-5FC0-4126-A67F-AD84F617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44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FF56A-454D-4080-AF5F-EF2976D18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DA134-F6F3-4CE4-9CEC-CD1D73C83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DCA42-60E5-4C15-AC95-F39FA2132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A3BF3-6D5D-4665-B3E0-2909FCF356E2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F7616-0838-4A23-8D81-75B327248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10D88-8B1B-4880-A0F6-24536DB5D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82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comments" Target="../comments/commen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C040E5-A490-4A7E-8FCD-565D94AE9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data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63AE17-2DF9-4348-AF2E-6B069E5C5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Zoom 1.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made the raster results.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QGIS made the maps.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X=pixel based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Y=object based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1F9749-A2C9-46C0-9357-CF910109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923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49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33EDA2-221C-4258-AC0A-BCF873143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385" y="1246378"/>
            <a:ext cx="6403230" cy="55542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5170C2-6721-40E2-BEF9-00F471F201B1}"/>
              </a:ext>
            </a:extLst>
          </p:cNvPr>
          <p:cNvSpPr txBox="1"/>
          <p:nvPr/>
        </p:nvSpPr>
        <p:spPr>
          <a:xfrm>
            <a:off x="8792308" y="2083777"/>
            <a:ext cx="3248507" cy="2552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 means both maps mapped that pixel present the same time point.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pixel’s value shows how many times the two maps registered a Hit at that location across all time points.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values mean many Hits through time in that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nonzero values mean only a few Hits through time in that pixel.</a:t>
            </a:r>
          </a:p>
        </p:txBody>
      </p:sp>
    </p:spTree>
    <p:extLst>
      <p:ext uri="{BB962C8B-B14F-4D97-AF65-F5344CB8AC3E}">
        <p14:creationId xmlns:p14="http://schemas.microsoft.com/office/powerpoint/2010/main" val="4216648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86C4DC-9C2D-4BFC-9635-5331A3FA2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5" y="1246378"/>
            <a:ext cx="6403230" cy="55542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E362AD-3767-4A14-A7A9-650D5C3FE666}"/>
              </a:ext>
            </a:extLst>
          </p:cNvPr>
          <p:cNvSpPr txBox="1"/>
          <p:nvPr/>
        </p:nvSpPr>
        <p:spPr>
          <a:xfrm>
            <a:off x="8792308" y="404446"/>
            <a:ext cx="3248507" cy="3660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pixel’s value shows the cumulative difference in presence between the two maps across all time points.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values mean more total presence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than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values mean more total presence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than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means both time series marked presence the same number of time points.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also means absence of the class!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the legend from positive values.</a:t>
            </a:r>
          </a:p>
        </p:txBody>
      </p:sp>
    </p:spTree>
    <p:extLst>
      <p:ext uri="{BB962C8B-B14F-4D97-AF65-F5344CB8AC3E}">
        <p14:creationId xmlns:p14="http://schemas.microsoft.com/office/powerpoint/2010/main" val="1480074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664F5-F1B0-4808-8EBB-A90667143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5" y="1246378"/>
            <a:ext cx="6403230" cy="5554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11A08D-F4F1-478F-8F48-312A32980186}"/>
              </a:ext>
            </a:extLst>
          </p:cNvPr>
          <p:cNvSpPr txBox="1"/>
          <p:nvPr/>
        </p:nvSpPr>
        <p:spPr>
          <a:xfrm>
            <a:off x="8792308" y="2760788"/>
            <a:ext cx="3248507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shows temporal allocation difference at each pixel across time points, after removing net extent difference.</a:t>
            </a:r>
          </a:p>
        </p:txBody>
      </p:sp>
    </p:spTree>
    <p:extLst>
      <p:ext uri="{BB962C8B-B14F-4D97-AF65-F5344CB8AC3E}">
        <p14:creationId xmlns:p14="http://schemas.microsoft.com/office/powerpoint/2010/main" val="1158445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7C8DCE-2BF0-46A2-A2E8-6A47DB77A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6" y="1246378"/>
            <a:ext cx="6403228" cy="5554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5FB5EE-3E5D-4E81-A59A-62AF7893B41A}"/>
              </a:ext>
            </a:extLst>
          </p:cNvPr>
          <p:cNvSpPr txBox="1"/>
          <p:nvPr/>
        </p:nvSpPr>
        <p:spPr>
          <a:xfrm>
            <a:off x="8792308" y="2083777"/>
            <a:ext cx="3248507" cy="2552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reports, for each pixel, how many time intervals show a change hit.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 time interval, count one when both series gain at the pixel. Count one when both series lose at that pixel. Otherwise count zero.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means the series never change in the same direction at that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also means absence of the class!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33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B51CE-BCE5-422A-A29F-249FDF895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6" y="1246378"/>
            <a:ext cx="6403228" cy="55542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DF64D3-10A9-4BCD-96EE-3D83CCBE54F4}"/>
              </a:ext>
            </a:extLst>
          </p:cNvPr>
          <p:cNvSpPr txBox="1"/>
          <p:nvPr/>
        </p:nvSpPr>
        <p:spPr>
          <a:xfrm>
            <a:off x="8792308" y="2083777"/>
            <a:ext cx="3248507" cy="3106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shows the net extent difference between the first and last time point at each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values mean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ends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(gained more or lost less).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values mean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ends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means both series share the same start-end state at that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404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FEBB3C-1609-4D57-B61D-6C409C6E4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6" y="1246378"/>
            <a:ext cx="6403228" cy="55542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60ED63-EDA7-4D53-881C-C8D0E952DC9B}"/>
              </a:ext>
            </a:extLst>
          </p:cNvPr>
          <p:cNvSpPr txBox="1"/>
          <p:nvPr/>
        </p:nvSpPr>
        <p:spPr>
          <a:xfrm>
            <a:off x="8792308" y="2083777"/>
            <a:ext cx="3248507" cy="2829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shows the change absolute difference summed across time intervals for each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these statements true to equation 54?</a:t>
            </a:r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0 when both gain, both lose, or both stay stables.</a:t>
            </a:r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core1 when one changes and the other stays stable.</a:t>
            </a:r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2 when one gains while the other loses.</a:t>
            </a:r>
          </a:p>
        </p:txBody>
      </p:sp>
    </p:spTree>
    <p:extLst>
      <p:ext uri="{BB962C8B-B14F-4D97-AF65-F5344CB8AC3E}">
        <p14:creationId xmlns:p14="http://schemas.microsoft.com/office/powerpoint/2010/main" val="657203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503</Words>
  <Application>Microsoft Office PowerPoint</Application>
  <PresentationFormat>Widescreen</PresentationFormat>
  <Paragraphs>49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PIE data</vt:lpstr>
      <vt:lpstr>Equation 49</vt:lpstr>
      <vt:lpstr>Equation 50</vt:lpstr>
      <vt:lpstr>Equation 51</vt:lpstr>
      <vt:lpstr>Equation 52</vt:lpstr>
      <vt:lpstr>Equation 53</vt:lpstr>
      <vt:lpstr>Equation 54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Toy data</dc:title>
  <dc:creator>Galvao da Fonseca, Antonio</dc:creator>
  <cp:lastModifiedBy>Galvao da Fonseca, Antonio</cp:lastModifiedBy>
  <cp:revision>54</cp:revision>
  <dcterms:created xsi:type="dcterms:W3CDTF">2025-10-28T16:18:41Z</dcterms:created>
  <dcterms:modified xsi:type="dcterms:W3CDTF">2025-10-30T01:46:38Z</dcterms:modified>
</cp:coreProperties>
</file>