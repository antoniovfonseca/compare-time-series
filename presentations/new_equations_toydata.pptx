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8D50-5E72-4620-B621-A5193E99C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BF03D-7A7B-4769-B2BF-2F48E3314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9C83C-D62B-402F-A766-3089C2ED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D698-4105-4BF7-91FD-DBC685CA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8F3B3-DEF3-456E-8232-CDCBB0B2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5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7FDA-9F6E-40C1-BDE4-01097641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1CC6B-F986-465F-8ABF-43264F712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627FF-8941-44CF-8097-F9B9657C6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C72DB-0FE8-4FF3-8E7F-7FDA1645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F1E1F-9838-4842-A9DA-74CD3136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9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8AA9-0420-45FE-8487-388F9C661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7E189-3294-447E-8D76-54B5FDEA7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5C18C-C6D3-4BA9-B4A2-2739A184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EE3AD-1DE9-4BF3-9080-63C040C9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9D69D-1602-4F3F-A4E4-165C0D5C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069-BDEA-4140-9DCA-03845C0E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500B-14E7-4F26-AF8F-68D1462B0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5B315-EB3E-4452-B3AF-7A8D66448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47A03-BBC7-4A34-B53E-6F04780E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8C44E-853C-4EB1-8484-4234DBC7C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4C5E3-0B91-4B31-85A6-7FB9B8FD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8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1823-18A5-42D4-85B0-E75FF72A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A133-7F3A-4A77-B54E-15A491816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56A32-B4DC-4659-8A45-1FACAF8AE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B0F3D-D518-4D48-85A5-01FBBA64F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AB5FA-D95C-4C40-99AF-F6F19CC81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B922A4-3EA8-4276-AB86-B200392D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3CFFC-16EC-4277-B221-523E7459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FFA51-E241-49E2-AC93-09D2E4D6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4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E562-0522-4B5A-BB70-2E8F46FF5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04095-54AB-4C59-A93E-4DBF1166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E0808-9254-41D6-B42E-0BF6902A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43E2B-BD41-4DFF-AF85-27EA68D9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9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C8CDB-5428-4E10-B5A0-E85C5B31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38CE7-81F6-405F-9850-C033250F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E45C2-E1B5-4DB1-8D03-DBC894BB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0EE3E-363D-46AD-BEB7-4481123C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07E4-C302-433D-ACF1-5CA6886BF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2355-E014-461A-AFCC-04E284B8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2AB58-8130-4C39-A951-E5AF70A8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49F41-78F1-42CE-A358-31AF93B2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B896E-102E-4E8D-92FC-2F4DEB8D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81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3AC5-FF6B-4C37-8D70-4F3DDB6E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D5CDD-7349-4FF5-81E1-B22930FAD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AA49D-99FE-440F-84D5-D31F0EB7D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76F7E-DB76-4CE2-8C75-76F69A63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C1949-4F64-4FFB-9531-603C080AC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576BF-9467-44E1-81D2-0B77B2B4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9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98C5-3CF6-460B-AEE9-FEF870AF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E88C-B550-42C2-B4D5-BAE13B5A6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2EF4B-3786-426F-B38A-24027410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3CC35-4CAC-4CE4-83B2-D6BC7E12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FA440-FFCB-4008-9693-3EB2DC79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6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4611D-E565-476E-A9F6-A9345AC29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7EBBE-95F8-42C7-83FF-7A60147B1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13ACD-52F1-406C-B7B2-11F33210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9929-D59A-4401-8E91-58E434F0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95BE5-B117-4AE2-A73E-11D19E5E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0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ACEF2-6A7E-4EA4-AC3D-ADEF2737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73F5E-0017-448C-AD03-53096965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7B2C6-9AE2-45A5-86A4-9009ACC5C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21BB4-06A7-4136-B7B5-6852F3527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8CDD-2A8C-4FE4-960A-FFCFAA9D6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3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38C031-7F7E-4EE9-AA24-91F792F88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29" y="3921370"/>
            <a:ext cx="5454571" cy="2549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5FDBF5-E642-40C6-88A4-1C46F547F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87" y="184637"/>
            <a:ext cx="5139104" cy="29366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5F05E6-B080-4F8D-8007-4D6DCCFA0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926" y="2799565"/>
            <a:ext cx="4337357" cy="38214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18943F-2869-4C70-B809-01A76B91B228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2594AE-1B64-429E-B303-6090FC7708A0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74533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76E3A-FE83-4BF7-A398-3893FF4B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974122"/>
            <a:ext cx="6534765" cy="28838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FBB31-0E1E-49EB-B7F1-CC2D5EFD3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39" y="114833"/>
            <a:ext cx="4829561" cy="31998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1CC0E6-6923-4565-AB0B-6ADA1C416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7" y="3634791"/>
            <a:ext cx="5256384" cy="30896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AE7AE8-C11F-48E1-AF75-29758B3F2EA0}"/>
              </a:ext>
            </a:extLst>
          </p:cNvPr>
          <p:cNvSpPr txBox="1"/>
          <p:nvPr/>
        </p:nvSpPr>
        <p:spPr>
          <a:xfrm>
            <a:off x="10676446" y="2561489"/>
            <a:ext cx="163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time difference component should be in the legend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B7D4EA-B4F4-4A11-8820-7A490423BF9D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2DA917-8BA1-4629-9492-6EAA232A0AF2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67000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43D2E-C7D8-48C2-A73A-449992ADC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9" y="70339"/>
            <a:ext cx="5407709" cy="3613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7A9796-343E-4AB6-9F57-67F987DA0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9" y="4048707"/>
            <a:ext cx="6935466" cy="2579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48F34-FDE2-488F-8549-A6E75B385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135" y="4048707"/>
            <a:ext cx="4921865" cy="25799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C54A85-94CD-4F15-902D-90A59F0D6DD1}"/>
              </a:ext>
            </a:extLst>
          </p:cNvPr>
          <p:cNvSpPr txBox="1"/>
          <p:nvPr/>
        </p:nvSpPr>
        <p:spPr>
          <a:xfrm>
            <a:off x="10377507" y="2579073"/>
            <a:ext cx="163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time difference component should be in the legend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74CF5-891E-48E9-A7DE-139C02E470E9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DAD61-72F8-4C4E-A22A-325C0F554338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70564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FED115F-E415-49EC-A42A-869BC24BDA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5784" y="2827167"/>
            <a:ext cx="3421265" cy="1709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6F485A-30C4-4C07-8C26-C3DF9E78F05E}"/>
              </a:ext>
            </a:extLst>
          </p:cNvPr>
          <p:cNvSpPr txBox="1"/>
          <p:nvPr/>
        </p:nvSpPr>
        <p:spPr>
          <a:xfrm>
            <a:off x="8361482" y="1744338"/>
            <a:ext cx="34212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Allocation Difference Result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B1F5C7-08E5-4F5E-A03E-98D22B55A2CC}"/>
              </a:ext>
            </a:extLst>
          </p:cNvPr>
          <p:cNvSpPr txBox="1"/>
          <p:nvPr/>
        </p:nvSpPr>
        <p:spPr>
          <a:xfrm>
            <a:off x="8361481" y="4665325"/>
            <a:ext cx="34212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mus</a:t>
            </a: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improve the explanation. The explanation Pontius wrote in version 10 of the manuscript is poor.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temporal allocation difference, which we could call an alternation difference.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positive if and only if (y&gt;x at one time point and x&gt;y at a different time point)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A201C9-97A8-484D-8E88-494706CBDCB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51</a:t>
            </a:r>
          </a:p>
        </p:txBody>
      </p:sp>
    </p:spTree>
    <p:extLst>
      <p:ext uri="{BB962C8B-B14F-4D97-AF65-F5344CB8AC3E}">
        <p14:creationId xmlns:p14="http://schemas.microsoft.com/office/powerpoint/2010/main" val="392899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ACD28C4-BB0D-4679-AB5B-20C965C71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091" y="2827168"/>
            <a:ext cx="3414097" cy="1709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A745E3-7E91-4B5E-B575-5295CD06C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784" y="2827168"/>
            <a:ext cx="3414097" cy="1709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B034B-934E-42D8-90F3-F3F138E0F91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91955E-0663-4BB1-A23D-0934D1041D5B}"/>
              </a:ext>
            </a:extLst>
          </p:cNvPr>
          <p:cNvSpPr txBox="1"/>
          <p:nvPr/>
        </p:nvSpPr>
        <p:spPr>
          <a:xfrm>
            <a:off x="7754815" y="4856058"/>
            <a:ext cx="4556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hope you meant to write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more total presence in series y than in x.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more total presence in series x than in y.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E477C-4E94-4AD8-BFC1-A09F68A006FD}"/>
              </a:ext>
            </a:extLst>
          </p:cNvPr>
          <p:cNvSpPr txBox="1"/>
          <p:nvPr/>
        </p:nvSpPr>
        <p:spPr>
          <a:xfrm>
            <a:off x="8361482" y="1744338"/>
            <a:ext cx="3421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246851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C8048-2FEE-4BD8-A161-51EC6AB6D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784" y="2845632"/>
            <a:ext cx="3414097" cy="1709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B034B-934E-42D8-90F3-F3F138E0F91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E477C-4E94-4AD8-BFC1-A09F68A006FD}"/>
              </a:ext>
            </a:extLst>
          </p:cNvPr>
          <p:cNvSpPr txBox="1"/>
          <p:nvPr/>
        </p:nvSpPr>
        <p:spPr>
          <a:xfrm>
            <a:off x="8361482" y="1744338"/>
            <a:ext cx="3421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48018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198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Galvao da Fonseca, Antonio</dc:creator>
  <cp:lastModifiedBy>Galvao da Fonseca, Antonio</cp:lastModifiedBy>
  <cp:revision>9</cp:revision>
  <dcterms:created xsi:type="dcterms:W3CDTF">2025-10-10T15:54:03Z</dcterms:created>
  <dcterms:modified xsi:type="dcterms:W3CDTF">2025-10-10T20:36:10Z</dcterms:modified>
</cp:coreProperties>
</file>