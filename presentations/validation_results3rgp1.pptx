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0" r:id="rId2"/>
    <p:sldId id="308" r:id="rId3"/>
    <p:sldId id="256" r:id="rId4"/>
    <p:sldId id="267" r:id="rId5"/>
    <p:sldId id="268" r:id="rId6"/>
    <p:sldId id="317" r:id="rId7"/>
    <p:sldId id="265" r:id="rId8"/>
    <p:sldId id="297" r:id="rId9"/>
    <p:sldId id="298" r:id="rId10"/>
    <p:sldId id="299" r:id="rId11"/>
    <p:sldId id="309" r:id="rId12"/>
    <p:sldId id="310" r:id="rId13"/>
    <p:sldId id="311" r:id="rId14"/>
    <p:sldId id="312" r:id="rId15"/>
    <p:sldId id="304" r:id="rId16"/>
    <p:sldId id="305" r:id="rId17"/>
    <p:sldId id="306" r:id="rId18"/>
    <p:sldId id="307" r:id="rId19"/>
    <p:sldId id="313" r:id="rId20"/>
    <p:sldId id="314" r:id="rId21"/>
    <p:sldId id="315" r:id="rId22"/>
    <p:sldId id="31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Pontius" userId="a44f9639-9fbb-4e05-802c-407466ea6190" providerId="ADAL" clId="{204FD234-4EA8-4D0D-A3CB-FCD9C1E3024E}"/>
    <pc:docChg chg="undo custSel modSld">
      <pc:chgData name="Robert Pontius" userId="a44f9639-9fbb-4e05-802c-407466ea6190" providerId="ADAL" clId="{204FD234-4EA8-4D0D-A3CB-FCD9C1E3024E}" dt="2025-08-29T15:15:26.435" v="4412" actId="20577"/>
      <pc:docMkLst>
        <pc:docMk/>
      </pc:docMkLst>
      <pc:sldChg chg="addSp delSp modSp mod">
        <pc:chgData name="Robert Pontius" userId="a44f9639-9fbb-4e05-802c-407466ea6190" providerId="ADAL" clId="{204FD234-4EA8-4D0D-A3CB-FCD9C1E3024E}" dt="2025-08-27T23:37:50.940" v="1291" actId="20577"/>
        <pc:sldMkLst>
          <pc:docMk/>
          <pc:sldMk cId="2313232701" sldId="256"/>
        </pc:sldMkLst>
        <pc:spChg chg="add del mod">
          <ac:chgData name="Robert Pontius" userId="a44f9639-9fbb-4e05-802c-407466ea6190" providerId="ADAL" clId="{204FD234-4EA8-4D0D-A3CB-FCD9C1E3024E}" dt="2025-08-27T22:46:37.507" v="74" actId="478"/>
          <ac:spMkLst>
            <pc:docMk/>
            <pc:sldMk cId="2313232701" sldId="256"/>
            <ac:spMk id="2" creationId="{296E192B-2D47-4477-B499-5B679DB7BBB7}"/>
          </ac:spMkLst>
        </pc:spChg>
        <pc:spChg chg="add del mod">
          <ac:chgData name="Robert Pontius" userId="a44f9639-9fbb-4e05-802c-407466ea6190" providerId="ADAL" clId="{204FD234-4EA8-4D0D-A3CB-FCD9C1E3024E}" dt="2025-08-27T22:50:41.442" v="192" actId="478"/>
          <ac:spMkLst>
            <pc:docMk/>
            <pc:sldMk cId="2313232701" sldId="256"/>
            <ac:spMk id="7" creationId="{5377DFFB-26D1-4729-8A61-888C0F676688}"/>
          </ac:spMkLst>
        </pc:spChg>
        <pc:spChg chg="add mod">
          <ac:chgData name="Robert Pontius" userId="a44f9639-9fbb-4e05-802c-407466ea6190" providerId="ADAL" clId="{204FD234-4EA8-4D0D-A3CB-FCD9C1E3024E}" dt="2025-08-27T23:37:50.940" v="1291" actId="20577"/>
          <ac:spMkLst>
            <pc:docMk/>
            <pc:sldMk cId="2313232701" sldId="256"/>
            <ac:spMk id="10" creationId="{56CC69BE-B20B-4A80-B2B1-8F6FD7763FA4}"/>
          </ac:spMkLst>
        </pc:spChg>
      </pc:sldChg>
      <pc:sldChg chg="addSp modSp mod">
        <pc:chgData name="Robert Pontius" userId="a44f9639-9fbb-4e05-802c-407466ea6190" providerId="ADAL" clId="{204FD234-4EA8-4D0D-A3CB-FCD9C1E3024E}" dt="2025-08-29T15:05:10.151" v="3327" actId="1035"/>
        <pc:sldMkLst>
          <pc:docMk/>
          <pc:sldMk cId="3456831911" sldId="260"/>
        </pc:sldMkLst>
        <pc:spChg chg="add mod">
          <ac:chgData name="Robert Pontius" userId="a44f9639-9fbb-4e05-802c-407466ea6190" providerId="ADAL" clId="{204FD234-4EA8-4D0D-A3CB-FCD9C1E3024E}" dt="2025-08-29T15:05:10.151" v="3327" actId="1035"/>
          <ac:spMkLst>
            <pc:docMk/>
            <pc:sldMk cId="3456831911" sldId="260"/>
            <ac:spMk id="5" creationId="{832E8A32-9F21-4BA5-8E46-D5A94BA42FA2}"/>
          </ac:spMkLst>
        </pc:spChg>
      </pc:sldChg>
      <pc:sldChg chg="addSp delSp modSp mod">
        <pc:chgData name="Robert Pontius" userId="a44f9639-9fbb-4e05-802c-407466ea6190" providerId="ADAL" clId="{204FD234-4EA8-4D0D-A3CB-FCD9C1E3024E}" dt="2025-08-28T18:55:22.133" v="2758" actId="20577"/>
        <pc:sldMkLst>
          <pc:docMk/>
          <pc:sldMk cId="4193320713" sldId="267"/>
        </pc:sldMkLst>
        <pc:spChg chg="add del mod">
          <ac:chgData name="Robert Pontius" userId="a44f9639-9fbb-4e05-802c-407466ea6190" providerId="ADAL" clId="{204FD234-4EA8-4D0D-A3CB-FCD9C1E3024E}" dt="2025-08-27T22:50:34.507" v="190" actId="478"/>
          <ac:spMkLst>
            <pc:docMk/>
            <pc:sldMk cId="4193320713" sldId="267"/>
            <ac:spMk id="6" creationId="{7DDB5B97-B6C4-4F4E-9DD4-8070EAB277B6}"/>
          </ac:spMkLst>
        </pc:spChg>
        <pc:spChg chg="add mod">
          <ac:chgData name="Robert Pontius" userId="a44f9639-9fbb-4e05-802c-407466ea6190" providerId="ADAL" clId="{204FD234-4EA8-4D0D-A3CB-FCD9C1E3024E}" dt="2025-08-28T18:55:22.133" v="2758" actId="20577"/>
          <ac:spMkLst>
            <pc:docMk/>
            <pc:sldMk cId="4193320713" sldId="267"/>
            <ac:spMk id="7" creationId="{7D37FEAB-11A8-4D0A-AD6C-E63C98FE8E86}"/>
          </ac:spMkLst>
        </pc:spChg>
      </pc:sldChg>
      <pc:sldChg chg="addSp delSp modSp mod">
        <pc:chgData name="Robert Pontius" userId="a44f9639-9fbb-4e05-802c-407466ea6190" providerId="ADAL" clId="{204FD234-4EA8-4D0D-A3CB-FCD9C1E3024E}" dt="2025-08-28T18:55:43.651" v="2765" actId="1035"/>
        <pc:sldMkLst>
          <pc:docMk/>
          <pc:sldMk cId="2005176352" sldId="268"/>
        </pc:sldMkLst>
        <pc:spChg chg="add del mod">
          <ac:chgData name="Robert Pontius" userId="a44f9639-9fbb-4e05-802c-407466ea6190" providerId="ADAL" clId="{204FD234-4EA8-4D0D-A3CB-FCD9C1E3024E}" dt="2025-08-27T22:49:59.025" v="186" actId="478"/>
          <ac:spMkLst>
            <pc:docMk/>
            <pc:sldMk cId="2005176352" sldId="268"/>
            <ac:spMk id="6" creationId="{D9928992-2ABD-470E-9E60-72A3251BDE90}"/>
          </ac:spMkLst>
        </pc:spChg>
        <pc:spChg chg="add mod">
          <ac:chgData name="Robert Pontius" userId="a44f9639-9fbb-4e05-802c-407466ea6190" providerId="ADAL" clId="{204FD234-4EA8-4D0D-A3CB-FCD9C1E3024E}" dt="2025-08-28T18:55:43.651" v="2765" actId="1035"/>
          <ac:spMkLst>
            <pc:docMk/>
            <pc:sldMk cId="2005176352" sldId="268"/>
            <ac:spMk id="7" creationId="{2BC9ADE8-5368-4F67-B96F-10CF9BC4019A}"/>
          </ac:spMkLst>
        </pc:spChg>
      </pc:sldChg>
      <pc:sldChg chg="addSp delSp modSp mod">
        <pc:chgData name="Robert Pontius" userId="a44f9639-9fbb-4e05-802c-407466ea6190" providerId="ADAL" clId="{204FD234-4EA8-4D0D-A3CB-FCD9C1E3024E}" dt="2025-08-27T23:39:30.857" v="1295" actId="20577"/>
        <pc:sldMkLst>
          <pc:docMk/>
          <pc:sldMk cId="312780598" sldId="297"/>
        </pc:sldMkLst>
        <pc:spChg chg="add del mod">
          <ac:chgData name="Robert Pontius" userId="a44f9639-9fbb-4e05-802c-407466ea6190" providerId="ADAL" clId="{204FD234-4EA8-4D0D-A3CB-FCD9C1E3024E}" dt="2025-08-27T22:49:37.271" v="184" actId="478"/>
          <ac:spMkLst>
            <pc:docMk/>
            <pc:sldMk cId="312780598" sldId="297"/>
            <ac:spMk id="6" creationId="{FBE4AF9A-59E0-4DDC-988B-C51978B5E1DF}"/>
          </ac:spMkLst>
        </pc:spChg>
        <pc:spChg chg="add mod">
          <ac:chgData name="Robert Pontius" userId="a44f9639-9fbb-4e05-802c-407466ea6190" providerId="ADAL" clId="{204FD234-4EA8-4D0D-A3CB-FCD9C1E3024E}" dt="2025-08-27T23:39:30.857" v="1295" actId="20577"/>
          <ac:spMkLst>
            <pc:docMk/>
            <pc:sldMk cId="312780598" sldId="297"/>
            <ac:spMk id="7" creationId="{D5F31619-8EC7-4E57-AB10-82BD969EEE16}"/>
          </ac:spMkLst>
        </pc:spChg>
      </pc:sldChg>
      <pc:sldChg chg="addSp delSp modSp mod">
        <pc:chgData name="Robert Pontius" userId="a44f9639-9fbb-4e05-802c-407466ea6190" providerId="ADAL" clId="{204FD234-4EA8-4D0D-A3CB-FCD9C1E3024E}" dt="2025-08-28T18:56:18.502" v="2795" actId="20577"/>
        <pc:sldMkLst>
          <pc:docMk/>
          <pc:sldMk cId="1270121230" sldId="298"/>
        </pc:sldMkLst>
        <pc:spChg chg="add del mod">
          <ac:chgData name="Robert Pontius" userId="a44f9639-9fbb-4e05-802c-407466ea6190" providerId="ADAL" clId="{204FD234-4EA8-4D0D-A3CB-FCD9C1E3024E}" dt="2025-08-27T22:47:44.462" v="110" actId="478"/>
          <ac:spMkLst>
            <pc:docMk/>
            <pc:sldMk cId="1270121230" sldId="298"/>
            <ac:spMk id="6" creationId="{3849BEDA-FE63-4D61-8184-483FAFFB9A83}"/>
          </ac:spMkLst>
        </pc:spChg>
        <pc:spChg chg="add del mod">
          <ac:chgData name="Robert Pontius" userId="a44f9639-9fbb-4e05-802c-407466ea6190" providerId="ADAL" clId="{204FD234-4EA8-4D0D-A3CB-FCD9C1E3024E}" dt="2025-08-27T22:49:25.226" v="182" actId="478"/>
          <ac:spMkLst>
            <pc:docMk/>
            <pc:sldMk cId="1270121230" sldId="298"/>
            <ac:spMk id="7" creationId="{EA450429-2DBD-40D2-83EC-D9A36335742E}"/>
          </ac:spMkLst>
        </pc:spChg>
        <pc:spChg chg="add mod">
          <ac:chgData name="Robert Pontius" userId="a44f9639-9fbb-4e05-802c-407466ea6190" providerId="ADAL" clId="{204FD234-4EA8-4D0D-A3CB-FCD9C1E3024E}" dt="2025-08-28T18:56:18.502" v="2795" actId="20577"/>
          <ac:spMkLst>
            <pc:docMk/>
            <pc:sldMk cId="1270121230" sldId="298"/>
            <ac:spMk id="10" creationId="{74A154C3-7805-44F3-B2C5-85B15F3BA4DD}"/>
          </ac:spMkLst>
        </pc:spChg>
      </pc:sldChg>
      <pc:sldChg chg="addSp modSp mod">
        <pc:chgData name="Robert Pontius" userId="a44f9639-9fbb-4e05-802c-407466ea6190" providerId="ADAL" clId="{204FD234-4EA8-4D0D-A3CB-FCD9C1E3024E}" dt="2025-08-28T18:56:34.250" v="2800" actId="20577"/>
        <pc:sldMkLst>
          <pc:docMk/>
          <pc:sldMk cId="2714396869" sldId="299"/>
        </pc:sldMkLst>
        <pc:spChg chg="add mod">
          <ac:chgData name="Robert Pontius" userId="a44f9639-9fbb-4e05-802c-407466ea6190" providerId="ADAL" clId="{204FD234-4EA8-4D0D-A3CB-FCD9C1E3024E}" dt="2025-08-28T18:56:34.250" v="2800" actId="20577"/>
          <ac:spMkLst>
            <pc:docMk/>
            <pc:sldMk cId="2714396869" sldId="299"/>
            <ac:spMk id="5" creationId="{2FCC163F-3CCF-4D32-8419-7F4CA7398B9D}"/>
          </ac:spMkLst>
        </pc:spChg>
      </pc:sldChg>
      <pc:sldChg chg="addSp modSp mod">
        <pc:chgData name="Robert Pontius" userId="a44f9639-9fbb-4e05-802c-407466ea6190" providerId="ADAL" clId="{204FD234-4EA8-4D0D-A3CB-FCD9C1E3024E}" dt="2025-08-29T15:09:39.638" v="3576" actId="14100"/>
        <pc:sldMkLst>
          <pc:docMk/>
          <pc:sldMk cId="4013208959" sldId="309"/>
        </pc:sldMkLst>
        <pc:spChg chg="add mod">
          <ac:chgData name="Robert Pontius" userId="a44f9639-9fbb-4e05-802c-407466ea6190" providerId="ADAL" clId="{204FD234-4EA8-4D0D-A3CB-FCD9C1E3024E}" dt="2025-08-29T15:09:39.638" v="3576" actId="14100"/>
          <ac:spMkLst>
            <pc:docMk/>
            <pc:sldMk cId="4013208959" sldId="309"/>
            <ac:spMk id="4" creationId="{C2A13F53-8AFE-4D6A-9BD2-9A18F6E066AC}"/>
          </ac:spMkLst>
        </pc:spChg>
      </pc:sldChg>
      <pc:sldChg chg="addSp modSp mod">
        <pc:chgData name="Robert Pontius" userId="a44f9639-9fbb-4e05-802c-407466ea6190" providerId="ADAL" clId="{204FD234-4EA8-4D0D-A3CB-FCD9C1E3024E}" dt="2025-08-29T15:10:56.580" v="3698" actId="20577"/>
        <pc:sldMkLst>
          <pc:docMk/>
          <pc:sldMk cId="1783616538" sldId="310"/>
        </pc:sldMkLst>
        <pc:spChg chg="add mod">
          <ac:chgData name="Robert Pontius" userId="a44f9639-9fbb-4e05-802c-407466ea6190" providerId="ADAL" clId="{204FD234-4EA8-4D0D-A3CB-FCD9C1E3024E}" dt="2025-08-29T15:10:56.580" v="3698" actId="20577"/>
          <ac:spMkLst>
            <pc:docMk/>
            <pc:sldMk cId="1783616538" sldId="310"/>
            <ac:spMk id="8" creationId="{1ABFFAC1-D99C-4205-A6D2-E10103F0E718}"/>
          </ac:spMkLst>
        </pc:spChg>
        <pc:picChg chg="mod">
          <ac:chgData name="Robert Pontius" userId="a44f9639-9fbb-4e05-802c-407466ea6190" providerId="ADAL" clId="{204FD234-4EA8-4D0D-A3CB-FCD9C1E3024E}" dt="2025-08-27T23:45:28.723" v="1339" actId="1076"/>
          <ac:picMkLst>
            <pc:docMk/>
            <pc:sldMk cId="1783616538" sldId="310"/>
            <ac:picMk id="6" creationId="{7C64646F-B4BC-4F6A-8A3C-75659EFACA43}"/>
          </ac:picMkLst>
        </pc:picChg>
      </pc:sldChg>
      <pc:sldChg chg="addSp modSp mod">
        <pc:chgData name="Robert Pontius" userId="a44f9639-9fbb-4e05-802c-407466ea6190" providerId="ADAL" clId="{204FD234-4EA8-4D0D-A3CB-FCD9C1E3024E}" dt="2025-08-29T15:12:55.359" v="4001" actId="20577"/>
        <pc:sldMkLst>
          <pc:docMk/>
          <pc:sldMk cId="3790577345" sldId="311"/>
        </pc:sldMkLst>
        <pc:spChg chg="add mod">
          <ac:chgData name="Robert Pontius" userId="a44f9639-9fbb-4e05-802c-407466ea6190" providerId="ADAL" clId="{204FD234-4EA8-4D0D-A3CB-FCD9C1E3024E}" dt="2025-08-29T15:12:55.359" v="4001" actId="20577"/>
          <ac:spMkLst>
            <pc:docMk/>
            <pc:sldMk cId="3790577345" sldId="311"/>
            <ac:spMk id="8" creationId="{24882753-0D20-42AC-91A2-D616EEFC1151}"/>
          </ac:spMkLst>
        </pc:spChg>
      </pc:sldChg>
      <pc:sldChg chg="addSp modSp mod">
        <pc:chgData name="Robert Pontius" userId="a44f9639-9fbb-4e05-802c-407466ea6190" providerId="ADAL" clId="{204FD234-4EA8-4D0D-A3CB-FCD9C1E3024E}" dt="2025-08-29T15:15:26.435" v="4412" actId="20577"/>
        <pc:sldMkLst>
          <pc:docMk/>
          <pc:sldMk cId="2593288684" sldId="312"/>
        </pc:sldMkLst>
        <pc:spChg chg="add mod">
          <ac:chgData name="Robert Pontius" userId="a44f9639-9fbb-4e05-802c-407466ea6190" providerId="ADAL" clId="{204FD234-4EA8-4D0D-A3CB-FCD9C1E3024E}" dt="2025-08-29T15:15:26.435" v="4412" actId="20577"/>
          <ac:spMkLst>
            <pc:docMk/>
            <pc:sldMk cId="2593288684" sldId="312"/>
            <ac:spMk id="7" creationId="{A0AC234C-2CBB-41E3-AC57-49CC9C6E55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E6649E-9A8E-422B-B24E-DB4BFF164051}"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54F47-3900-4976-B53F-F2BF9D99D2F5}" type="slidenum">
              <a:rPr lang="en-US" smtClean="0"/>
              <a:t>‹#›</a:t>
            </a:fld>
            <a:endParaRPr lang="en-US"/>
          </a:p>
        </p:txBody>
      </p:sp>
    </p:spTree>
    <p:extLst>
      <p:ext uri="{BB962C8B-B14F-4D97-AF65-F5344CB8AC3E}">
        <p14:creationId xmlns:p14="http://schemas.microsoft.com/office/powerpoint/2010/main" val="243891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C1E3-2F12-4E05-89EA-9647CDFF9B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E50277-39AC-4F57-92F3-B17DD3436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E30BA6-1CDE-4524-B6D6-18DC1D5706B6}"/>
              </a:ext>
            </a:extLst>
          </p:cNvPr>
          <p:cNvSpPr>
            <a:spLocks noGrp="1"/>
          </p:cNvSpPr>
          <p:nvPr>
            <p:ph type="dt" sz="half" idx="10"/>
          </p:nvPr>
        </p:nvSpPr>
        <p:spPr/>
        <p:txBody>
          <a:bodyPr/>
          <a:lstStyle/>
          <a:p>
            <a:fld id="{6107D1DB-75BF-4160-8443-3D68D9EE6D63}" type="datetime1">
              <a:rPr lang="en-US" smtClean="0"/>
              <a:t>8/29/2025</a:t>
            </a:fld>
            <a:endParaRPr lang="en-US"/>
          </a:p>
        </p:txBody>
      </p:sp>
      <p:sp>
        <p:nvSpPr>
          <p:cNvPr id="5" name="Footer Placeholder 4">
            <a:extLst>
              <a:ext uri="{FF2B5EF4-FFF2-40B4-BE49-F238E27FC236}">
                <a16:creationId xmlns:a16="http://schemas.microsoft.com/office/drawing/2014/main" id="{B8132DBE-ED9B-4394-9333-2FAFE368F9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E3B96C-43BD-4FF3-8F4A-E5B06B80EBF4}"/>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289993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20904-F706-48C3-9D97-1E68CE765A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16FB8-C505-49D4-B65E-A00A4ACF59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D83A8A-8EBB-46C5-9BB8-1FCEF89E8C46}"/>
              </a:ext>
            </a:extLst>
          </p:cNvPr>
          <p:cNvSpPr>
            <a:spLocks noGrp="1"/>
          </p:cNvSpPr>
          <p:nvPr>
            <p:ph type="dt" sz="half" idx="10"/>
          </p:nvPr>
        </p:nvSpPr>
        <p:spPr/>
        <p:txBody>
          <a:bodyPr/>
          <a:lstStyle/>
          <a:p>
            <a:fld id="{E54AE16B-A67F-45EB-A1E1-5D2E472CD9B9}" type="datetime1">
              <a:rPr lang="en-US" smtClean="0"/>
              <a:t>8/29/2025</a:t>
            </a:fld>
            <a:endParaRPr lang="en-US"/>
          </a:p>
        </p:txBody>
      </p:sp>
      <p:sp>
        <p:nvSpPr>
          <p:cNvPr id="5" name="Footer Placeholder 4">
            <a:extLst>
              <a:ext uri="{FF2B5EF4-FFF2-40B4-BE49-F238E27FC236}">
                <a16:creationId xmlns:a16="http://schemas.microsoft.com/office/drawing/2014/main" id="{9E2AB99F-0BE5-4BF3-A025-9C00B6B03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B15449-4397-4F5F-BEAE-C157ABA8055A}"/>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35960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AF4BA-0E5B-4573-AE03-65BD95FB75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11C7F1-F8A4-417B-97FD-7B25BD639B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E9B81C-72E6-41CE-9EBF-4545C0C71367}"/>
              </a:ext>
            </a:extLst>
          </p:cNvPr>
          <p:cNvSpPr>
            <a:spLocks noGrp="1"/>
          </p:cNvSpPr>
          <p:nvPr>
            <p:ph type="dt" sz="half" idx="10"/>
          </p:nvPr>
        </p:nvSpPr>
        <p:spPr/>
        <p:txBody>
          <a:bodyPr/>
          <a:lstStyle/>
          <a:p>
            <a:fld id="{9A2321D0-1716-4344-9325-DF672DFAF1F3}" type="datetime1">
              <a:rPr lang="en-US" smtClean="0"/>
              <a:t>8/29/2025</a:t>
            </a:fld>
            <a:endParaRPr lang="en-US"/>
          </a:p>
        </p:txBody>
      </p:sp>
      <p:sp>
        <p:nvSpPr>
          <p:cNvPr id="5" name="Footer Placeholder 4">
            <a:extLst>
              <a:ext uri="{FF2B5EF4-FFF2-40B4-BE49-F238E27FC236}">
                <a16:creationId xmlns:a16="http://schemas.microsoft.com/office/drawing/2014/main" id="{04F70AB0-22B7-46E2-82BA-00862E227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5B51DF-65EC-4BB2-AF38-D0962EF3AB79}"/>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3769305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3F8E3-93E0-4B95-8822-0595722AF5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682C0-D552-411C-BB3A-CC7F3F6EAD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09C6C5-CB77-4005-8BD5-7A8CE7094C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D9E53D-E04D-4098-9531-E6334DC09BD3}"/>
              </a:ext>
            </a:extLst>
          </p:cNvPr>
          <p:cNvSpPr>
            <a:spLocks noGrp="1"/>
          </p:cNvSpPr>
          <p:nvPr>
            <p:ph type="dt" sz="half" idx="10"/>
          </p:nvPr>
        </p:nvSpPr>
        <p:spPr/>
        <p:txBody>
          <a:bodyPr/>
          <a:lstStyle/>
          <a:p>
            <a:fld id="{29B46B06-0C75-4C62-AF6B-10BED3EBE226}" type="datetime1">
              <a:rPr lang="en-US" smtClean="0"/>
              <a:t>8/29/2025</a:t>
            </a:fld>
            <a:endParaRPr lang="en-US"/>
          </a:p>
        </p:txBody>
      </p:sp>
      <p:sp>
        <p:nvSpPr>
          <p:cNvPr id="6" name="Footer Placeholder 5">
            <a:extLst>
              <a:ext uri="{FF2B5EF4-FFF2-40B4-BE49-F238E27FC236}">
                <a16:creationId xmlns:a16="http://schemas.microsoft.com/office/drawing/2014/main" id="{FC967C5C-FED0-4F93-981B-FF3A739D49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C0BB0B-D576-46E6-9DB0-62ED990649E1}"/>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3585282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B56E-368E-41FE-991A-486E98F413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7AFD2A-DCC8-43D5-8912-DCA1B3D684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30B422-2F14-46BD-AFA0-A12BC5BD71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B85EE7-FD38-4423-98BE-B83440D16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4C3C0C-215F-49A9-9E8C-3E26BBF6F4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BFE123-23A7-4935-BC1D-22F064DF5AA5}"/>
              </a:ext>
            </a:extLst>
          </p:cNvPr>
          <p:cNvSpPr>
            <a:spLocks noGrp="1"/>
          </p:cNvSpPr>
          <p:nvPr>
            <p:ph type="dt" sz="half" idx="10"/>
          </p:nvPr>
        </p:nvSpPr>
        <p:spPr/>
        <p:txBody>
          <a:bodyPr/>
          <a:lstStyle/>
          <a:p>
            <a:fld id="{565259A9-176F-4BD0-B4AC-A377C89EBE2A}" type="datetime1">
              <a:rPr lang="en-US" smtClean="0"/>
              <a:t>8/29/2025</a:t>
            </a:fld>
            <a:endParaRPr lang="en-US"/>
          </a:p>
        </p:txBody>
      </p:sp>
      <p:sp>
        <p:nvSpPr>
          <p:cNvPr id="8" name="Footer Placeholder 7">
            <a:extLst>
              <a:ext uri="{FF2B5EF4-FFF2-40B4-BE49-F238E27FC236}">
                <a16:creationId xmlns:a16="http://schemas.microsoft.com/office/drawing/2014/main" id="{342D2DC5-C46F-4FF4-A5ED-B5B2C05117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99610D-AF6E-4EF1-AFB8-9A55C5824112}"/>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2842186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DF78-4BED-4EFC-BFE3-1EE8399FFB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BAEB79-B81D-4A6D-B52F-531CA6CD19FF}"/>
              </a:ext>
            </a:extLst>
          </p:cNvPr>
          <p:cNvSpPr>
            <a:spLocks noGrp="1"/>
          </p:cNvSpPr>
          <p:nvPr>
            <p:ph type="dt" sz="half" idx="10"/>
          </p:nvPr>
        </p:nvSpPr>
        <p:spPr/>
        <p:txBody>
          <a:bodyPr/>
          <a:lstStyle/>
          <a:p>
            <a:fld id="{04D72311-A2DA-4C37-8940-DBB3AA3B80C6}" type="datetime1">
              <a:rPr lang="en-US" smtClean="0"/>
              <a:t>8/29/2025</a:t>
            </a:fld>
            <a:endParaRPr lang="en-US"/>
          </a:p>
        </p:txBody>
      </p:sp>
      <p:sp>
        <p:nvSpPr>
          <p:cNvPr id="4" name="Footer Placeholder 3">
            <a:extLst>
              <a:ext uri="{FF2B5EF4-FFF2-40B4-BE49-F238E27FC236}">
                <a16:creationId xmlns:a16="http://schemas.microsoft.com/office/drawing/2014/main" id="{9AEB49D5-C763-4283-B34C-F6DB9931EF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399785-3ACB-4081-A5E4-4ED596AE8ADC}"/>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16477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058829-44AE-4A1C-983F-A82110D8D66E}"/>
              </a:ext>
            </a:extLst>
          </p:cNvPr>
          <p:cNvSpPr>
            <a:spLocks noGrp="1"/>
          </p:cNvSpPr>
          <p:nvPr>
            <p:ph type="dt" sz="half" idx="10"/>
          </p:nvPr>
        </p:nvSpPr>
        <p:spPr/>
        <p:txBody>
          <a:bodyPr/>
          <a:lstStyle/>
          <a:p>
            <a:fld id="{0550C383-2E11-40B7-AA89-98AB224D34CC}" type="datetime1">
              <a:rPr lang="en-US" smtClean="0"/>
              <a:t>8/29/2025</a:t>
            </a:fld>
            <a:endParaRPr lang="en-US"/>
          </a:p>
        </p:txBody>
      </p:sp>
      <p:sp>
        <p:nvSpPr>
          <p:cNvPr id="3" name="Footer Placeholder 2">
            <a:extLst>
              <a:ext uri="{FF2B5EF4-FFF2-40B4-BE49-F238E27FC236}">
                <a16:creationId xmlns:a16="http://schemas.microsoft.com/office/drawing/2014/main" id="{BAD2EF3A-7D83-48FF-A9A0-0292561D34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9D85C1-B8FE-4434-911F-64018A354363}"/>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2693226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B236-51A8-455C-B163-E8A6EF62F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C07780-6FD3-4B77-B48E-A2CD03D4C9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37F293-A6D3-4EA2-B06B-BC1C1058A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EE413D-699F-4996-A022-7AEF0234E0B4}"/>
              </a:ext>
            </a:extLst>
          </p:cNvPr>
          <p:cNvSpPr>
            <a:spLocks noGrp="1"/>
          </p:cNvSpPr>
          <p:nvPr>
            <p:ph type="dt" sz="half" idx="10"/>
          </p:nvPr>
        </p:nvSpPr>
        <p:spPr/>
        <p:txBody>
          <a:bodyPr/>
          <a:lstStyle/>
          <a:p>
            <a:fld id="{AE2E9B79-8A1E-4881-9DCD-8B9CB59E2A4F}" type="datetime1">
              <a:rPr lang="en-US" smtClean="0"/>
              <a:t>8/29/2025</a:t>
            </a:fld>
            <a:endParaRPr lang="en-US"/>
          </a:p>
        </p:txBody>
      </p:sp>
      <p:sp>
        <p:nvSpPr>
          <p:cNvPr id="6" name="Footer Placeholder 5">
            <a:extLst>
              <a:ext uri="{FF2B5EF4-FFF2-40B4-BE49-F238E27FC236}">
                <a16:creationId xmlns:a16="http://schemas.microsoft.com/office/drawing/2014/main" id="{A93419E0-CAB5-4B97-9B28-ACBB42A1DF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53FC00-C5EC-485C-AA6C-2CEB1857FBB6}"/>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688275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7A8C4-1570-4180-A36E-826DF3A045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8165F-F8FE-4397-8E4C-A272C4C4A0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9CDB92-D1D9-464E-A2C3-E42E1C2170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76D59-E30E-469D-BB3A-CCEBB78034C3}"/>
              </a:ext>
            </a:extLst>
          </p:cNvPr>
          <p:cNvSpPr>
            <a:spLocks noGrp="1"/>
          </p:cNvSpPr>
          <p:nvPr>
            <p:ph type="dt" sz="half" idx="10"/>
          </p:nvPr>
        </p:nvSpPr>
        <p:spPr/>
        <p:txBody>
          <a:bodyPr/>
          <a:lstStyle/>
          <a:p>
            <a:fld id="{8986B0B8-2F97-4340-AFDE-113547E522B3}" type="datetime1">
              <a:rPr lang="en-US" smtClean="0"/>
              <a:t>8/29/2025</a:t>
            </a:fld>
            <a:endParaRPr lang="en-US"/>
          </a:p>
        </p:txBody>
      </p:sp>
      <p:sp>
        <p:nvSpPr>
          <p:cNvPr id="6" name="Footer Placeholder 5">
            <a:extLst>
              <a:ext uri="{FF2B5EF4-FFF2-40B4-BE49-F238E27FC236}">
                <a16:creationId xmlns:a16="http://schemas.microsoft.com/office/drawing/2014/main" id="{61DCC2D2-1E77-4543-8468-1FF103395F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D6F5ED-700D-4194-B34A-0E08AA1C25C6}"/>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4047986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3C6C-A496-4F3C-8090-20A75B564E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04F277-DBEF-4BA2-9B97-B336D716A9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AF2104-D5C5-442D-AE97-E5A612966632}"/>
              </a:ext>
            </a:extLst>
          </p:cNvPr>
          <p:cNvSpPr>
            <a:spLocks noGrp="1"/>
          </p:cNvSpPr>
          <p:nvPr>
            <p:ph type="dt" sz="half" idx="10"/>
          </p:nvPr>
        </p:nvSpPr>
        <p:spPr/>
        <p:txBody>
          <a:bodyPr/>
          <a:lstStyle/>
          <a:p>
            <a:fld id="{1D71F3DB-A418-4B11-A5C9-DDE3A90E6B79}" type="datetime1">
              <a:rPr lang="en-US" smtClean="0"/>
              <a:t>8/29/2025</a:t>
            </a:fld>
            <a:endParaRPr lang="en-US"/>
          </a:p>
        </p:txBody>
      </p:sp>
      <p:sp>
        <p:nvSpPr>
          <p:cNvPr id="5" name="Footer Placeholder 4">
            <a:extLst>
              <a:ext uri="{FF2B5EF4-FFF2-40B4-BE49-F238E27FC236}">
                <a16:creationId xmlns:a16="http://schemas.microsoft.com/office/drawing/2014/main" id="{89219D47-552E-4C13-BA59-319175C62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9ED3B2-D92E-4995-B73E-BF2B8819C613}"/>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1123438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0F4780-5776-4E33-9CCF-50A67DAB5E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A28169-FC00-44EC-A98E-C7BACDBB8C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8A9BCC-E6A8-45CE-AC47-0D11DFA3DD35}"/>
              </a:ext>
            </a:extLst>
          </p:cNvPr>
          <p:cNvSpPr>
            <a:spLocks noGrp="1"/>
          </p:cNvSpPr>
          <p:nvPr>
            <p:ph type="dt" sz="half" idx="10"/>
          </p:nvPr>
        </p:nvSpPr>
        <p:spPr/>
        <p:txBody>
          <a:bodyPr/>
          <a:lstStyle/>
          <a:p>
            <a:fld id="{A712BFCA-0293-496E-B74F-46BB799AF43C}" type="datetime1">
              <a:rPr lang="en-US" smtClean="0"/>
              <a:t>8/29/2025</a:t>
            </a:fld>
            <a:endParaRPr lang="en-US"/>
          </a:p>
        </p:txBody>
      </p:sp>
      <p:sp>
        <p:nvSpPr>
          <p:cNvPr id="5" name="Footer Placeholder 4">
            <a:extLst>
              <a:ext uri="{FF2B5EF4-FFF2-40B4-BE49-F238E27FC236}">
                <a16:creationId xmlns:a16="http://schemas.microsoft.com/office/drawing/2014/main" id="{2B59C287-BDD1-4E19-B31A-B2326408B7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6F85A-2AC7-42C9-8021-7FCE82A438F0}"/>
              </a:ext>
            </a:extLst>
          </p:cNvPr>
          <p:cNvSpPr>
            <a:spLocks noGrp="1"/>
          </p:cNvSpPr>
          <p:nvPr>
            <p:ph type="sldNum" sz="quarter" idx="12"/>
          </p:nvPr>
        </p:nvSpPr>
        <p:spPr/>
        <p:txBody>
          <a:bodyPr/>
          <a:lstStyle/>
          <a:p>
            <a:fld id="{4E4388CE-8408-4C4D-B35A-15C296EFDD48}" type="slidenum">
              <a:rPr lang="en-US" smtClean="0"/>
              <a:t>‹#›</a:t>
            </a:fld>
            <a:endParaRPr lang="en-US"/>
          </a:p>
        </p:txBody>
      </p:sp>
    </p:spTree>
    <p:extLst>
      <p:ext uri="{BB962C8B-B14F-4D97-AF65-F5344CB8AC3E}">
        <p14:creationId xmlns:p14="http://schemas.microsoft.com/office/powerpoint/2010/main" val="3979789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66B7EF-AE7B-4735-9D4F-9AE17B212E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63AF44-691F-46A0-8A0E-DCE527EEBA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B7516-3BC8-4C9A-9FF2-7154095FD2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FEB2F6-0EEB-4518-A185-6035627DD751}" type="datetime1">
              <a:rPr lang="en-US" smtClean="0"/>
              <a:t>8/29/2025</a:t>
            </a:fld>
            <a:endParaRPr lang="en-US"/>
          </a:p>
        </p:txBody>
      </p:sp>
      <p:sp>
        <p:nvSpPr>
          <p:cNvPr id="5" name="Footer Placeholder 4">
            <a:extLst>
              <a:ext uri="{FF2B5EF4-FFF2-40B4-BE49-F238E27FC236}">
                <a16:creationId xmlns:a16="http://schemas.microsoft.com/office/drawing/2014/main" id="{938ED8AC-A6C1-4A5D-8FD6-144503D049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5A018F-D7F0-4829-B249-397FBACD53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4388CE-8408-4C4D-B35A-15C296EFDD48}" type="slidenum">
              <a:rPr lang="en-US" smtClean="0"/>
              <a:t>‹#›</a:t>
            </a:fld>
            <a:endParaRPr lang="en-US"/>
          </a:p>
        </p:txBody>
      </p:sp>
    </p:spTree>
    <p:extLst>
      <p:ext uri="{BB962C8B-B14F-4D97-AF65-F5344CB8AC3E}">
        <p14:creationId xmlns:p14="http://schemas.microsoft.com/office/powerpoint/2010/main" val="1981480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nam10.safelinks.protection.outlook.com/?url=https%3A%2F%2Fplataforma.agua.mapbiomas.org%2Fwater%2Fbrazil%3FterritoryType%3Dcountry%26territoryCode%3D0%26grouping%3Dbiome%26analysis%3Dsurface%26initialTime%3D1985%26endTime%3D2024&amp;data=05%7C02%7Crpontius%40clarku.edu%7C71ba41c268c944be9d7108dde59c604b%7Cb5b2263d68aa453eb972aa1421410f80%7C0%7C0%7C638919182029449499%7CUnknown%7CTWFpbGZsb3d8eyJFbXB0eU1hcGkiOnRydWUsIlYiOiIwLjAuMDAwMCIsIlAiOiJXaW4zMiIsIkFOIjoiTWFpbCIsIldUIjoyfQ%3D%3D%7C0%7C%7C%7C&amp;sdata=PJa4gAUCONhOmywwevRuh7gM5nk9vG5ySEF5J2Ti0sA%3D&amp;reserved=0" TargetMode="Externa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846386-E384-4475-837E-0CEE3E9D7C0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Updates</a:t>
            </a:r>
          </a:p>
        </p:txBody>
      </p:sp>
      <p:sp>
        <p:nvSpPr>
          <p:cNvPr id="4" name="Text Placeholder 3">
            <a:extLst>
              <a:ext uri="{FF2B5EF4-FFF2-40B4-BE49-F238E27FC236}">
                <a16:creationId xmlns:a16="http://schemas.microsoft.com/office/drawing/2014/main" id="{174BC32C-813B-4D05-8B94-B151BDE6AAF4}"/>
              </a:ext>
            </a:extLst>
          </p:cNvPr>
          <p:cNvSpPr>
            <a:spLocks noGrp="1"/>
          </p:cNvSpPr>
          <p:nvPr>
            <p:ph type="body" idx="1"/>
          </p:nvPr>
        </p:nvSpPr>
        <p:spPr/>
        <p:txBody>
          <a:bodyPr>
            <a:normAutofit/>
          </a:bodyPr>
          <a:lstStyle/>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Eliminate the lines from the format on slide 2 of validation_results2.pptx that shows the size of presence.</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In the legend for the figures that have stacked bars, instead of misses, write y&lt;x for presence and gain. Instead of misses, write |y|&lt;|x| for loss. Instead of false alarms, write x&gt;y for presence and gain. Instead of false alarms, write |x|&gt;|y| for loss. Pontius does not know whether we should change the legend from Hits to Agreement. Hits is more specific than Agreement but Hits seems to be jargon</a:t>
            </a:r>
          </a:p>
          <a:p>
            <a:pPr marL="457200" indent="-457200">
              <a:buFont typeface="+mj-lt"/>
              <a:buAutoNum type="arabicPeriod"/>
            </a:pPr>
            <a:endParaRPr lang="en-US" sz="1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10A4DB7-28C7-459D-A56D-31913D656D06}"/>
              </a:ext>
            </a:extLst>
          </p:cNvPr>
          <p:cNvSpPr>
            <a:spLocks noGrp="1"/>
          </p:cNvSpPr>
          <p:nvPr>
            <p:ph type="sldNum" sz="quarter" idx="12"/>
          </p:nvPr>
        </p:nvSpPr>
        <p:spPr/>
        <p:txBody>
          <a:bodyPr/>
          <a:lstStyle/>
          <a:p>
            <a:fld id="{4E4388CE-8408-4C4D-B35A-15C296EFDD48}" type="slidenum">
              <a:rPr lang="en-US" smtClean="0"/>
              <a:t>1</a:t>
            </a:fld>
            <a:endParaRPr lang="en-US"/>
          </a:p>
        </p:txBody>
      </p:sp>
      <p:sp>
        <p:nvSpPr>
          <p:cNvPr id="5" name="TextBox 4">
            <a:extLst>
              <a:ext uri="{FF2B5EF4-FFF2-40B4-BE49-F238E27FC236}">
                <a16:creationId xmlns:a16="http://schemas.microsoft.com/office/drawing/2014/main" id="{832E8A32-9F21-4BA5-8E46-D5A94BA42FA2}"/>
              </a:ext>
            </a:extLst>
          </p:cNvPr>
          <p:cNvSpPr txBox="1"/>
          <p:nvPr/>
        </p:nvSpPr>
        <p:spPr>
          <a:xfrm>
            <a:off x="844550" y="423107"/>
            <a:ext cx="9974246" cy="3139321"/>
          </a:xfrm>
          <a:prstGeom prst="rect">
            <a:avLst/>
          </a:prstGeom>
          <a:noFill/>
        </p:spPr>
        <p:txBody>
          <a:bodyPr wrap="square" rtlCol="0">
            <a:spAutoFit/>
          </a:bodyPr>
          <a:lstStyle/>
          <a:p>
            <a:r>
              <a:rPr lang="en-US" dirty="0">
                <a:highlight>
                  <a:srgbClr val="FFFF00"/>
                </a:highlight>
              </a:rPr>
              <a:t>I am glad you are eager to test with non-binary maps. You suggest </a:t>
            </a:r>
            <a:r>
              <a:rPr lang="en-US" sz="1800" u="sng" dirty="0">
                <a:solidFill>
                  <a:srgbClr val="000000"/>
                </a:solidFill>
                <a:effectLst/>
                <a:highlight>
                  <a:srgbClr val="FFFF00"/>
                </a:highlight>
                <a:ea typeface="Times New Roman" panose="02020603050405020304" pitchFamily="18" charset="0"/>
                <a:cs typeface="Calibri" panose="020F0502020204030204" pitchFamily="34" charset="0"/>
                <a:hlinkClick r:id="rId2" tooltip="https://plataforma.agua.mapbiomas.org/water/brazil?territoryType=country&amp;territoryCode=0&amp;grouping=biome&amp;analysis=surface&amp;initialTime=1985&amp;endTime=2024"/>
              </a:rPr>
              <a:t>MapBiomas </a:t>
            </a:r>
            <a:r>
              <a:rPr lang="en-US" sz="1800" u="sng" dirty="0" err="1">
                <a:solidFill>
                  <a:srgbClr val="000000"/>
                </a:solidFill>
                <a:effectLst/>
                <a:highlight>
                  <a:srgbClr val="FFFF00"/>
                </a:highlight>
                <a:ea typeface="Times New Roman" panose="02020603050405020304" pitchFamily="18" charset="0"/>
                <a:cs typeface="Calibri" panose="020F0502020204030204" pitchFamily="34" charset="0"/>
                <a:hlinkClick r:id="rId2" tooltip="https://plataforma.agua.mapbiomas.org/water/brazil?territoryType=country&amp;territoryCode=0&amp;grouping=biome&amp;analysis=surface&amp;initialTime=1985&amp;endTime=2024"/>
              </a:rPr>
              <a:t>Água</a:t>
            </a:r>
            <a:r>
              <a:rPr lang="en-US" sz="1800" u="sng" dirty="0">
                <a:solidFill>
                  <a:srgbClr val="000000"/>
                </a:solidFill>
                <a:effectLst/>
                <a:highlight>
                  <a:srgbClr val="FFFF00"/>
                </a:highlight>
                <a:ea typeface="Times New Roman" panose="02020603050405020304" pitchFamily="18" charset="0"/>
                <a:cs typeface="Calibri" panose="020F0502020204030204" pitchFamily="34" charset="0"/>
                <a:hlinkClick r:id="rId2" tooltip="https://plataforma.agua.mapbiomas.org/water/brazil?territoryType=country&amp;territoryCode=0&amp;grouping=biome&amp;analysis=surface&amp;initialTime=1985&amp;endTime=2024"/>
              </a:rPr>
              <a:t> Collections</a:t>
            </a:r>
            <a:endParaRPr lang="en-US" dirty="0">
              <a:highlight>
                <a:srgbClr val="FFFF00"/>
              </a:highlight>
            </a:endParaRPr>
          </a:p>
          <a:p>
            <a:r>
              <a:rPr lang="en-US" dirty="0">
                <a:highlight>
                  <a:srgbClr val="FFFF00"/>
                </a:highlight>
              </a:rPr>
              <a:t>I think MapBiomas has better variables to use as examples that have interesting maps for western Bahia.</a:t>
            </a:r>
          </a:p>
          <a:p>
            <a:r>
              <a:rPr lang="en-US" dirty="0">
                <a:highlight>
                  <a:srgbClr val="FFFF00"/>
                </a:highlight>
              </a:rPr>
              <a:t>I recently visited the MapBiomas website to find some interesting possibilities.</a:t>
            </a:r>
          </a:p>
          <a:p>
            <a:r>
              <a:rPr lang="en-US" sz="1800" b="0" i="0" u="none" strike="noStrike" dirty="0">
                <a:solidFill>
                  <a:srgbClr val="000000"/>
                </a:solidFill>
                <a:effectLst/>
                <a:highlight>
                  <a:srgbClr val="FFFF00"/>
                </a:highlight>
              </a:rPr>
              <a:t>See Biomass under Pasture. See annual cropping frequency under Agriculture. See several variables under Fire. See several variables under Soil. Abbie Philips is looking into these variables.</a:t>
            </a:r>
          </a:p>
          <a:p>
            <a:r>
              <a:rPr lang="en-US" dirty="0">
                <a:solidFill>
                  <a:srgbClr val="000000"/>
                </a:solidFill>
                <a:highlight>
                  <a:srgbClr val="FFFF00"/>
                </a:highlight>
              </a:rPr>
              <a:t>I do not know for which of these variables we can compare collections.</a:t>
            </a:r>
          </a:p>
          <a:p>
            <a:endParaRPr lang="en-US" dirty="0">
              <a:solidFill>
                <a:srgbClr val="000000"/>
              </a:solidFill>
              <a:highlight>
                <a:srgbClr val="FFFF00"/>
              </a:highlight>
            </a:endParaRPr>
          </a:p>
          <a:p>
            <a:r>
              <a:rPr lang="en-US" dirty="0">
                <a:solidFill>
                  <a:srgbClr val="000000"/>
                </a:solidFill>
                <a:highlight>
                  <a:srgbClr val="FFFF00"/>
                </a:highlight>
              </a:rPr>
              <a:t>See the figures 3-6 in CompareMain09.docx.</a:t>
            </a:r>
          </a:p>
          <a:p>
            <a:r>
              <a:rPr lang="en-US" dirty="0">
                <a:solidFill>
                  <a:srgbClr val="000000"/>
                </a:solidFill>
                <a:highlight>
                  <a:srgbClr val="FFFF00"/>
                </a:highlight>
              </a:rPr>
              <a:t>We need fonts, legends and palettes so that the reader can see the relevant information clearly when each of figure 3, 4, 5, and 6 is a figure on a page in a journal article’s PDF which the reader reads on a laptop computer.</a:t>
            </a:r>
            <a:endParaRPr lang="en-US" dirty="0">
              <a:highlight>
                <a:srgbClr val="FFFF00"/>
              </a:highlight>
            </a:endParaRPr>
          </a:p>
        </p:txBody>
      </p:sp>
    </p:spTree>
    <p:extLst>
      <p:ext uri="{BB962C8B-B14F-4D97-AF65-F5344CB8AC3E}">
        <p14:creationId xmlns:p14="http://schemas.microsoft.com/office/powerpoint/2010/main" val="3456831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846386-E384-4475-837E-0CEE3E9D7C0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Toy Data</a:t>
            </a:r>
          </a:p>
        </p:txBody>
      </p:sp>
      <p:sp>
        <p:nvSpPr>
          <p:cNvPr id="4" name="Text Placeholder 3">
            <a:extLst>
              <a:ext uri="{FF2B5EF4-FFF2-40B4-BE49-F238E27FC236}">
                <a16:creationId xmlns:a16="http://schemas.microsoft.com/office/drawing/2014/main" id="{174BC32C-813B-4D05-8B94-B151BDE6AAF4}"/>
              </a:ext>
            </a:extLst>
          </p:cNvPr>
          <p:cNvSpPr>
            <a:spLocks noGrp="1"/>
          </p:cNvSpPr>
          <p:nvPr>
            <p:ph type="body" idx="1"/>
          </p:nvPr>
        </p:nvSpPr>
        <p:spPr/>
        <p:txBody>
          <a:bodyPr>
            <a:normAutofit/>
          </a:bodyPr>
          <a:lstStyle/>
          <a:p>
            <a:endParaRPr lang="en-US" sz="1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10A4DB7-28C7-459D-A56D-31913D656D06}"/>
              </a:ext>
            </a:extLst>
          </p:cNvPr>
          <p:cNvSpPr>
            <a:spLocks noGrp="1"/>
          </p:cNvSpPr>
          <p:nvPr>
            <p:ph type="sldNum" sz="quarter" idx="12"/>
          </p:nvPr>
        </p:nvSpPr>
        <p:spPr/>
        <p:txBody>
          <a:bodyPr/>
          <a:lstStyle/>
          <a:p>
            <a:fld id="{4E4388CE-8408-4C4D-B35A-15C296EFDD48}" type="slidenum">
              <a:rPr lang="en-US" smtClean="0"/>
              <a:t>2</a:t>
            </a:fld>
            <a:endParaRPr lang="en-US"/>
          </a:p>
        </p:txBody>
      </p:sp>
    </p:spTree>
    <p:extLst>
      <p:ext uri="{BB962C8B-B14F-4D97-AF65-F5344CB8AC3E}">
        <p14:creationId xmlns:p14="http://schemas.microsoft.com/office/powerpoint/2010/main" val="2119474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317ED1-98FF-4CEC-875C-811749FDBE2E}"/>
              </a:ext>
            </a:extLst>
          </p:cNvPr>
          <p:cNvSpPr txBox="1"/>
          <p:nvPr/>
        </p:nvSpPr>
        <p:spPr>
          <a:xfrm>
            <a:off x="316523" y="362930"/>
            <a:ext cx="11192608"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Presence Agreement graphic using Toy data</a:t>
            </a:r>
          </a:p>
        </p:txBody>
      </p:sp>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3</a:t>
            </a:fld>
            <a:endParaRPr lang="en-US"/>
          </a:p>
        </p:txBody>
      </p:sp>
      <p:pic>
        <p:nvPicPr>
          <p:cNvPr id="6" name="Picture 5">
            <a:extLst>
              <a:ext uri="{FF2B5EF4-FFF2-40B4-BE49-F238E27FC236}">
                <a16:creationId xmlns:a16="http://schemas.microsoft.com/office/drawing/2014/main" id="{B2FE6CD9-7EBE-4ABC-ACBF-46FDCA99DC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40407" y="1469690"/>
            <a:ext cx="8897111" cy="5084064"/>
          </a:xfrm>
          <a:prstGeom prst="rect">
            <a:avLst/>
          </a:prstGeom>
        </p:spPr>
      </p:pic>
      <p:sp>
        <p:nvSpPr>
          <p:cNvPr id="10" name="TextBox 9">
            <a:extLst>
              <a:ext uri="{FF2B5EF4-FFF2-40B4-BE49-F238E27FC236}">
                <a16:creationId xmlns:a16="http://schemas.microsoft.com/office/drawing/2014/main" id="{56CC69BE-B20B-4A80-B2B1-8F6FD7763FA4}"/>
              </a:ext>
            </a:extLst>
          </p:cNvPr>
          <p:cNvSpPr txBox="1"/>
          <p:nvPr/>
        </p:nvSpPr>
        <p:spPr>
          <a:xfrm>
            <a:off x="8316227" y="1232032"/>
            <a:ext cx="3875774" cy="1477328"/>
          </a:xfrm>
          <a:prstGeom prst="rect">
            <a:avLst/>
          </a:prstGeom>
          <a:noFill/>
        </p:spPr>
        <p:txBody>
          <a:bodyPr wrap="square" rtlCol="0">
            <a:spAutoFit/>
          </a:bodyPr>
          <a:lstStyle/>
          <a:p>
            <a:r>
              <a:rPr lang="en-US" dirty="0">
                <a:highlight>
                  <a:srgbClr val="FFFF00"/>
                </a:highlight>
              </a:rPr>
              <a:t>Please increase font size.</a:t>
            </a:r>
          </a:p>
          <a:p>
            <a:r>
              <a:rPr lang="en-US" dirty="0">
                <a:highlight>
                  <a:srgbClr val="FFFF00"/>
                </a:highlight>
              </a:rPr>
              <a:t>Please change from Agreement to Hits.</a:t>
            </a:r>
          </a:p>
          <a:p>
            <a:r>
              <a:rPr lang="en-US" dirty="0">
                <a:highlight>
                  <a:srgbClr val="FFFF00"/>
                </a:highlight>
              </a:rPr>
              <a:t>Label vertical axis as Presence.</a:t>
            </a:r>
          </a:p>
          <a:p>
            <a:r>
              <a:rPr lang="en-US" dirty="0">
                <a:highlight>
                  <a:srgbClr val="FFFF00"/>
                </a:highlight>
              </a:rPr>
              <a:t>Change from x&gt;y to y&gt;x.</a:t>
            </a:r>
          </a:p>
          <a:p>
            <a:r>
              <a:rPr lang="en-US" dirty="0">
                <a:highlight>
                  <a:srgbClr val="FFFF00"/>
                </a:highlight>
              </a:rPr>
              <a:t>Change from y&lt;x to x&gt;y.</a:t>
            </a:r>
          </a:p>
        </p:txBody>
      </p:sp>
    </p:spTree>
    <p:extLst>
      <p:ext uri="{BB962C8B-B14F-4D97-AF65-F5344CB8AC3E}">
        <p14:creationId xmlns:p14="http://schemas.microsoft.com/office/powerpoint/2010/main" val="2313232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317ED1-98FF-4CEC-875C-811749FDBE2E}"/>
              </a:ext>
            </a:extLst>
          </p:cNvPr>
          <p:cNvSpPr txBox="1"/>
          <p:nvPr/>
        </p:nvSpPr>
        <p:spPr>
          <a:xfrm>
            <a:off x="316523" y="362930"/>
            <a:ext cx="11192608"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Gross Losses and Gross Gains graphic using Toy data</a:t>
            </a:r>
          </a:p>
        </p:txBody>
      </p:sp>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4</a:t>
            </a:fld>
            <a:endParaRPr lang="en-US"/>
          </a:p>
        </p:txBody>
      </p:sp>
      <p:pic>
        <p:nvPicPr>
          <p:cNvPr id="5" name="Picture 4">
            <a:extLst>
              <a:ext uri="{FF2B5EF4-FFF2-40B4-BE49-F238E27FC236}">
                <a16:creationId xmlns:a16="http://schemas.microsoft.com/office/drawing/2014/main" id="{DE218B33-6B35-46FA-9CDF-B9BEA55978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40409" y="1711429"/>
            <a:ext cx="8343305" cy="4284126"/>
          </a:xfrm>
          <a:prstGeom prst="rect">
            <a:avLst/>
          </a:prstGeom>
        </p:spPr>
      </p:pic>
      <p:sp>
        <p:nvSpPr>
          <p:cNvPr id="7" name="TextBox 6">
            <a:extLst>
              <a:ext uri="{FF2B5EF4-FFF2-40B4-BE49-F238E27FC236}">
                <a16:creationId xmlns:a16="http://schemas.microsoft.com/office/drawing/2014/main" id="{7D37FEAB-11A8-4D0A-AD6C-E63C98FE8E86}"/>
              </a:ext>
            </a:extLst>
          </p:cNvPr>
          <p:cNvSpPr txBox="1"/>
          <p:nvPr/>
        </p:nvSpPr>
        <p:spPr>
          <a:xfrm>
            <a:off x="7587763" y="947705"/>
            <a:ext cx="4287714" cy="2308324"/>
          </a:xfrm>
          <a:prstGeom prst="rect">
            <a:avLst/>
          </a:prstGeom>
          <a:noFill/>
        </p:spPr>
        <p:txBody>
          <a:bodyPr wrap="square" rtlCol="0">
            <a:spAutoFit/>
          </a:bodyPr>
          <a:lstStyle/>
          <a:p>
            <a:r>
              <a:rPr lang="en-US" dirty="0">
                <a:highlight>
                  <a:srgbClr val="FFFF00"/>
                </a:highlight>
              </a:rPr>
              <a:t>Please increase font size.</a:t>
            </a:r>
          </a:p>
          <a:p>
            <a:r>
              <a:rPr lang="en-US" dirty="0">
                <a:highlight>
                  <a:srgbClr val="FFFF00"/>
                </a:highlight>
              </a:rPr>
              <a:t>Please change from Agreement to Hits.</a:t>
            </a:r>
          </a:p>
          <a:p>
            <a:r>
              <a:rPr lang="en-US" dirty="0">
                <a:highlight>
                  <a:srgbClr val="FFFF00"/>
                </a:highlight>
              </a:rPr>
              <a:t>Change from Gain to Gross Gain in title.</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Extent to 0-1. </a:t>
            </a:r>
          </a:p>
        </p:txBody>
      </p:sp>
    </p:spTree>
    <p:extLst>
      <p:ext uri="{BB962C8B-B14F-4D97-AF65-F5344CB8AC3E}">
        <p14:creationId xmlns:p14="http://schemas.microsoft.com/office/powerpoint/2010/main" val="4193320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317ED1-98FF-4CEC-875C-811749FDBE2E}"/>
              </a:ext>
            </a:extLst>
          </p:cNvPr>
          <p:cNvSpPr txBox="1"/>
          <p:nvPr/>
        </p:nvSpPr>
        <p:spPr>
          <a:xfrm>
            <a:off x="316523" y="362930"/>
            <a:ext cx="11192608"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Net change graphic using Toy data</a:t>
            </a:r>
          </a:p>
        </p:txBody>
      </p:sp>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5</a:t>
            </a:fld>
            <a:endParaRPr lang="en-US"/>
          </a:p>
        </p:txBody>
      </p:sp>
      <p:pic>
        <p:nvPicPr>
          <p:cNvPr id="5" name="Picture 4">
            <a:extLst>
              <a:ext uri="{FF2B5EF4-FFF2-40B4-BE49-F238E27FC236}">
                <a16:creationId xmlns:a16="http://schemas.microsoft.com/office/drawing/2014/main" id="{2D917BD7-A753-41D1-BB6B-3BC23C6360D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40409" y="1699394"/>
            <a:ext cx="8343304" cy="4308194"/>
          </a:xfrm>
          <a:prstGeom prst="rect">
            <a:avLst/>
          </a:prstGeom>
        </p:spPr>
      </p:pic>
      <p:sp>
        <p:nvSpPr>
          <p:cNvPr id="7" name="TextBox 6">
            <a:extLst>
              <a:ext uri="{FF2B5EF4-FFF2-40B4-BE49-F238E27FC236}">
                <a16:creationId xmlns:a16="http://schemas.microsoft.com/office/drawing/2014/main" id="{2BC9ADE8-5368-4F67-B96F-10CF9BC4019A}"/>
              </a:ext>
            </a:extLst>
          </p:cNvPr>
          <p:cNvSpPr txBox="1"/>
          <p:nvPr/>
        </p:nvSpPr>
        <p:spPr>
          <a:xfrm>
            <a:off x="2483318" y="4331367"/>
            <a:ext cx="7225363" cy="2585323"/>
          </a:xfrm>
          <a:prstGeom prst="rect">
            <a:avLst/>
          </a:prstGeom>
          <a:noFill/>
        </p:spPr>
        <p:txBody>
          <a:bodyPr wrap="square" rtlCol="0">
            <a:spAutoFit/>
          </a:bodyPr>
          <a:lstStyle/>
          <a:p>
            <a:r>
              <a:rPr lang="en-US" dirty="0">
                <a:highlight>
                  <a:srgbClr val="FFFF00"/>
                </a:highlight>
              </a:rPr>
              <a:t>Please increase font size.</a:t>
            </a:r>
          </a:p>
          <a:p>
            <a:r>
              <a:rPr lang="en-US" dirty="0">
                <a:highlight>
                  <a:srgbClr val="FFFF00"/>
                </a:highlight>
              </a:rPr>
              <a:t>Please change from Agreement to Hits.</a:t>
            </a:r>
          </a:p>
          <a:p>
            <a:r>
              <a:rPr lang="en-US" dirty="0">
                <a:highlight>
                  <a:srgbClr val="FFFF00"/>
                </a:highlight>
              </a:rPr>
              <a:t>Change from Net Loss and Gain to Quantity Loss and Quantity Gain in title.</a:t>
            </a:r>
          </a:p>
          <a:p>
            <a:r>
              <a:rPr lang="en-US" dirty="0">
                <a:highlight>
                  <a:srgbClr val="FFFF00"/>
                </a:highlight>
              </a:rPr>
              <a:t>Change from Net to Quantity twice in axis label.</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Extent to 0-1.</a:t>
            </a:r>
          </a:p>
        </p:txBody>
      </p:sp>
    </p:spTree>
    <p:extLst>
      <p:ext uri="{BB962C8B-B14F-4D97-AF65-F5344CB8AC3E}">
        <p14:creationId xmlns:p14="http://schemas.microsoft.com/office/powerpoint/2010/main" val="2005176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846386-E384-4475-837E-0CEE3E9D7C0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Updates</a:t>
            </a:r>
          </a:p>
        </p:txBody>
      </p:sp>
      <p:sp>
        <p:nvSpPr>
          <p:cNvPr id="4" name="Text Placeholder 3">
            <a:extLst>
              <a:ext uri="{FF2B5EF4-FFF2-40B4-BE49-F238E27FC236}">
                <a16:creationId xmlns:a16="http://schemas.microsoft.com/office/drawing/2014/main" id="{174BC32C-813B-4D05-8B94-B151BDE6AAF4}"/>
              </a:ext>
            </a:extLst>
          </p:cNvPr>
          <p:cNvSpPr>
            <a:spLocks noGrp="1"/>
          </p:cNvSpPr>
          <p:nvPr>
            <p:ph type="body" idx="1"/>
          </p:nvPr>
        </p:nvSpPr>
        <p:spPr/>
        <p:txBody>
          <a:bodyPr>
            <a:normAutofit/>
          </a:bodyPr>
          <a:lstStyle/>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Eliminate the lines from the format on slide 2 of validation_results2.pptx that shows the size of presence.</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In the legend for the figures that have stacked bars, instead of misses, write y&lt;x for presence and gain. Instead of misses, write |y|&lt;|x| for loss. Instead of false alarms, write x&gt;y for presence and gain. Instead of false alarms, write |x|&gt;|y| for loss. Pontius does not know whether we should change the legend from Hits to Agreement. Hits is more specific than Agreement but Hits seems to be jargon</a:t>
            </a:r>
          </a:p>
          <a:p>
            <a:pPr marL="457200" indent="-457200">
              <a:buFont typeface="+mj-lt"/>
              <a:buAutoNum type="arabicPeriod"/>
            </a:pPr>
            <a:endParaRPr lang="en-US" sz="1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10A4DB7-28C7-459D-A56D-31913D656D06}"/>
              </a:ext>
            </a:extLst>
          </p:cNvPr>
          <p:cNvSpPr>
            <a:spLocks noGrp="1"/>
          </p:cNvSpPr>
          <p:nvPr>
            <p:ph type="sldNum" sz="quarter" idx="12"/>
          </p:nvPr>
        </p:nvSpPr>
        <p:spPr/>
        <p:txBody>
          <a:bodyPr/>
          <a:lstStyle/>
          <a:p>
            <a:fld id="{4E4388CE-8408-4C4D-B35A-15C296EFDD48}" type="slidenum">
              <a:rPr lang="en-US" smtClean="0"/>
              <a:t>6</a:t>
            </a:fld>
            <a:endParaRPr lang="en-US"/>
          </a:p>
        </p:txBody>
      </p:sp>
    </p:spTree>
    <p:extLst>
      <p:ext uri="{BB962C8B-B14F-4D97-AF65-F5344CB8AC3E}">
        <p14:creationId xmlns:p14="http://schemas.microsoft.com/office/powerpoint/2010/main" val="4157751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846386-E384-4475-837E-0CEE3E9D7C0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Savanna</a:t>
            </a:r>
          </a:p>
        </p:txBody>
      </p:sp>
      <p:sp>
        <p:nvSpPr>
          <p:cNvPr id="4" name="Text Placeholder 3">
            <a:extLst>
              <a:ext uri="{FF2B5EF4-FFF2-40B4-BE49-F238E27FC236}">
                <a16:creationId xmlns:a16="http://schemas.microsoft.com/office/drawing/2014/main" id="{174BC32C-813B-4D05-8B94-B151BDE6AAF4}"/>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MapBiomas Collection 6 and Collection 8</a:t>
            </a:r>
          </a:p>
        </p:txBody>
      </p:sp>
      <p:sp>
        <p:nvSpPr>
          <p:cNvPr id="2" name="Slide Number Placeholder 1">
            <a:extLst>
              <a:ext uri="{FF2B5EF4-FFF2-40B4-BE49-F238E27FC236}">
                <a16:creationId xmlns:a16="http://schemas.microsoft.com/office/drawing/2014/main" id="{310A4DB7-28C7-459D-A56D-31913D656D06}"/>
              </a:ext>
            </a:extLst>
          </p:cNvPr>
          <p:cNvSpPr>
            <a:spLocks noGrp="1"/>
          </p:cNvSpPr>
          <p:nvPr>
            <p:ph type="sldNum" sz="quarter" idx="12"/>
          </p:nvPr>
        </p:nvSpPr>
        <p:spPr/>
        <p:txBody>
          <a:bodyPr/>
          <a:lstStyle/>
          <a:p>
            <a:fld id="{4E4388CE-8408-4C4D-B35A-15C296EFDD48}" type="slidenum">
              <a:rPr lang="en-US" smtClean="0"/>
              <a:t>7</a:t>
            </a:fld>
            <a:endParaRPr lang="en-US"/>
          </a:p>
        </p:txBody>
      </p:sp>
    </p:spTree>
    <p:extLst>
      <p:ext uri="{BB962C8B-B14F-4D97-AF65-F5344CB8AC3E}">
        <p14:creationId xmlns:p14="http://schemas.microsoft.com/office/powerpoint/2010/main" val="409212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317ED1-98FF-4CEC-875C-811749FDBE2E}"/>
              </a:ext>
            </a:extLst>
          </p:cNvPr>
          <p:cNvSpPr txBox="1"/>
          <p:nvPr/>
        </p:nvSpPr>
        <p:spPr>
          <a:xfrm>
            <a:off x="316523" y="362930"/>
            <a:ext cx="11192608"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Presence Agreement graphic using Savanna class</a:t>
            </a:r>
          </a:p>
        </p:txBody>
      </p:sp>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8</a:t>
            </a:fld>
            <a:endParaRPr lang="en-US"/>
          </a:p>
        </p:txBody>
      </p:sp>
      <p:pic>
        <p:nvPicPr>
          <p:cNvPr id="5" name="Picture 4">
            <a:extLst>
              <a:ext uri="{FF2B5EF4-FFF2-40B4-BE49-F238E27FC236}">
                <a16:creationId xmlns:a16="http://schemas.microsoft.com/office/drawing/2014/main" id="{56214ADB-176C-448C-A429-34F4575C85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50755" y="1276071"/>
            <a:ext cx="8890488" cy="5080278"/>
          </a:xfrm>
          <a:prstGeom prst="rect">
            <a:avLst/>
          </a:prstGeom>
        </p:spPr>
      </p:pic>
      <p:sp>
        <p:nvSpPr>
          <p:cNvPr id="7" name="TextBox 6">
            <a:extLst>
              <a:ext uri="{FF2B5EF4-FFF2-40B4-BE49-F238E27FC236}">
                <a16:creationId xmlns:a16="http://schemas.microsoft.com/office/drawing/2014/main" id="{D5F31619-8EC7-4E57-AB10-82BD969EEE16}"/>
              </a:ext>
            </a:extLst>
          </p:cNvPr>
          <p:cNvSpPr txBox="1"/>
          <p:nvPr/>
        </p:nvSpPr>
        <p:spPr>
          <a:xfrm>
            <a:off x="8268101" y="1241657"/>
            <a:ext cx="3923900" cy="1477328"/>
          </a:xfrm>
          <a:prstGeom prst="rect">
            <a:avLst/>
          </a:prstGeom>
          <a:noFill/>
        </p:spPr>
        <p:txBody>
          <a:bodyPr wrap="square" rtlCol="0">
            <a:spAutoFit/>
          </a:bodyPr>
          <a:lstStyle/>
          <a:p>
            <a:r>
              <a:rPr lang="en-US" dirty="0">
                <a:highlight>
                  <a:srgbClr val="FFFF00"/>
                </a:highlight>
              </a:rPr>
              <a:t>Please increase font size.</a:t>
            </a:r>
          </a:p>
          <a:p>
            <a:r>
              <a:rPr lang="en-US" dirty="0">
                <a:highlight>
                  <a:srgbClr val="FFFF00"/>
                </a:highlight>
              </a:rPr>
              <a:t>Please change from Agreement to Hits.</a:t>
            </a:r>
          </a:p>
          <a:p>
            <a:r>
              <a:rPr lang="en-US" dirty="0">
                <a:highlight>
                  <a:srgbClr val="FFFF00"/>
                </a:highlight>
              </a:rPr>
              <a:t>Change from Million to million.</a:t>
            </a:r>
          </a:p>
          <a:p>
            <a:r>
              <a:rPr lang="en-US" dirty="0">
                <a:highlight>
                  <a:srgbClr val="FFFF00"/>
                </a:highlight>
              </a:rPr>
              <a:t>Change from x&gt;y to y&gt;x.</a:t>
            </a:r>
          </a:p>
          <a:p>
            <a:r>
              <a:rPr lang="en-US" dirty="0">
                <a:highlight>
                  <a:srgbClr val="FFFF00"/>
                </a:highlight>
              </a:rPr>
              <a:t>Change from y&lt;x to x&gt;y.</a:t>
            </a:r>
          </a:p>
        </p:txBody>
      </p:sp>
    </p:spTree>
    <p:extLst>
      <p:ext uri="{BB962C8B-B14F-4D97-AF65-F5344CB8AC3E}">
        <p14:creationId xmlns:p14="http://schemas.microsoft.com/office/powerpoint/2010/main" val="312780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317ED1-98FF-4CEC-875C-811749FDBE2E}"/>
              </a:ext>
            </a:extLst>
          </p:cNvPr>
          <p:cNvSpPr txBox="1"/>
          <p:nvPr/>
        </p:nvSpPr>
        <p:spPr>
          <a:xfrm>
            <a:off x="316523" y="362930"/>
            <a:ext cx="10691446"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Gross Losses and Gross Gains graphics using Savanna class</a:t>
            </a:r>
          </a:p>
        </p:txBody>
      </p:sp>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9</a:t>
            </a:fld>
            <a:endParaRPr lang="en-US"/>
          </a:p>
        </p:txBody>
      </p:sp>
      <p:pic>
        <p:nvPicPr>
          <p:cNvPr id="5" name="Picture 4">
            <a:extLst>
              <a:ext uri="{FF2B5EF4-FFF2-40B4-BE49-F238E27FC236}">
                <a16:creationId xmlns:a16="http://schemas.microsoft.com/office/drawing/2014/main" id="{8A3867E6-2C51-4286-805F-C1B6A7015AF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90955" y="982579"/>
            <a:ext cx="10410090" cy="5338896"/>
          </a:xfrm>
          <a:prstGeom prst="rect">
            <a:avLst/>
          </a:prstGeom>
        </p:spPr>
      </p:pic>
      <p:sp>
        <p:nvSpPr>
          <p:cNvPr id="10" name="TextBox 9">
            <a:extLst>
              <a:ext uri="{FF2B5EF4-FFF2-40B4-BE49-F238E27FC236}">
                <a16:creationId xmlns:a16="http://schemas.microsoft.com/office/drawing/2014/main" id="{74A154C3-7805-44F3-B2C5-85B15F3BA4DD}"/>
              </a:ext>
            </a:extLst>
          </p:cNvPr>
          <p:cNvSpPr txBox="1"/>
          <p:nvPr/>
        </p:nvSpPr>
        <p:spPr>
          <a:xfrm>
            <a:off x="1578542" y="3036009"/>
            <a:ext cx="4385913" cy="2585323"/>
          </a:xfrm>
          <a:prstGeom prst="rect">
            <a:avLst/>
          </a:prstGeom>
          <a:noFill/>
        </p:spPr>
        <p:txBody>
          <a:bodyPr wrap="square" rtlCol="0">
            <a:spAutoFit/>
          </a:bodyPr>
          <a:lstStyle/>
          <a:p>
            <a:r>
              <a:rPr lang="en-US" dirty="0">
                <a:highlight>
                  <a:srgbClr val="FFFF00"/>
                </a:highlight>
              </a:rPr>
              <a:t>Please increase font size.</a:t>
            </a:r>
          </a:p>
          <a:p>
            <a:r>
              <a:rPr lang="en-US" dirty="0">
                <a:highlight>
                  <a:srgbClr val="FFFF00"/>
                </a:highlight>
              </a:rPr>
              <a:t>Please change from Agreement to Hits.</a:t>
            </a:r>
          </a:p>
          <a:p>
            <a:r>
              <a:rPr lang="en-US" dirty="0">
                <a:highlight>
                  <a:srgbClr val="FFFF00"/>
                </a:highlight>
              </a:rPr>
              <a:t>Change from Million to million.</a:t>
            </a:r>
          </a:p>
          <a:p>
            <a:r>
              <a:rPr lang="en-US" dirty="0">
                <a:highlight>
                  <a:srgbClr val="FFFF00"/>
                </a:highlight>
              </a:rPr>
              <a:t>Change from Gain to Gross Gain in title.</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Extent to 1990-2020.</a:t>
            </a:r>
          </a:p>
        </p:txBody>
      </p:sp>
    </p:spTree>
    <p:extLst>
      <p:ext uri="{BB962C8B-B14F-4D97-AF65-F5344CB8AC3E}">
        <p14:creationId xmlns:p14="http://schemas.microsoft.com/office/powerpoint/2010/main" val="1270121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10</a:t>
            </a:fld>
            <a:endParaRPr lang="en-US"/>
          </a:p>
        </p:txBody>
      </p:sp>
      <p:sp>
        <p:nvSpPr>
          <p:cNvPr id="10" name="TextBox 9">
            <a:extLst>
              <a:ext uri="{FF2B5EF4-FFF2-40B4-BE49-F238E27FC236}">
                <a16:creationId xmlns:a16="http://schemas.microsoft.com/office/drawing/2014/main" id="{2A51FB31-BA6A-4EAE-A15A-FDFB4FE751B3}"/>
              </a:ext>
            </a:extLst>
          </p:cNvPr>
          <p:cNvSpPr txBox="1"/>
          <p:nvPr/>
        </p:nvSpPr>
        <p:spPr>
          <a:xfrm>
            <a:off x="316523" y="362930"/>
            <a:ext cx="10691446"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Net Losses and Net Gains graphics using Savanna class</a:t>
            </a:r>
          </a:p>
        </p:txBody>
      </p:sp>
      <p:pic>
        <p:nvPicPr>
          <p:cNvPr id="7" name="Picture 6">
            <a:extLst>
              <a:ext uri="{FF2B5EF4-FFF2-40B4-BE49-F238E27FC236}">
                <a16:creationId xmlns:a16="http://schemas.microsoft.com/office/drawing/2014/main" id="{D8714C2E-B2FA-4F65-8C52-115D31BDFE51}"/>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917211" y="982579"/>
            <a:ext cx="10354530" cy="5338896"/>
          </a:xfrm>
          <a:prstGeom prst="rect">
            <a:avLst/>
          </a:prstGeom>
        </p:spPr>
      </p:pic>
      <p:sp>
        <p:nvSpPr>
          <p:cNvPr id="5" name="TextBox 4">
            <a:extLst>
              <a:ext uri="{FF2B5EF4-FFF2-40B4-BE49-F238E27FC236}">
                <a16:creationId xmlns:a16="http://schemas.microsoft.com/office/drawing/2014/main" id="{2FCC163F-3CCF-4D32-8419-7F4CA7398B9D}"/>
              </a:ext>
            </a:extLst>
          </p:cNvPr>
          <p:cNvSpPr txBox="1"/>
          <p:nvPr/>
        </p:nvSpPr>
        <p:spPr>
          <a:xfrm>
            <a:off x="1472665" y="3429000"/>
            <a:ext cx="5463942" cy="3139321"/>
          </a:xfrm>
          <a:prstGeom prst="rect">
            <a:avLst/>
          </a:prstGeom>
          <a:noFill/>
        </p:spPr>
        <p:txBody>
          <a:bodyPr wrap="square" rtlCol="0">
            <a:spAutoFit/>
          </a:bodyPr>
          <a:lstStyle/>
          <a:p>
            <a:r>
              <a:rPr lang="en-US" dirty="0">
                <a:highlight>
                  <a:srgbClr val="FFFF00"/>
                </a:highlight>
              </a:rPr>
              <a:t>Please increase font size.</a:t>
            </a:r>
          </a:p>
          <a:p>
            <a:r>
              <a:rPr lang="en-US" dirty="0">
                <a:highlight>
                  <a:srgbClr val="FFFF00"/>
                </a:highlight>
              </a:rPr>
              <a:t>Please change from Agreement to Hits.</a:t>
            </a:r>
          </a:p>
          <a:p>
            <a:r>
              <a:rPr lang="en-US" dirty="0">
                <a:highlight>
                  <a:srgbClr val="FFFF00"/>
                </a:highlight>
              </a:rPr>
              <a:t>Change from Million to million.</a:t>
            </a:r>
          </a:p>
          <a:p>
            <a:r>
              <a:rPr lang="en-US" dirty="0">
                <a:highlight>
                  <a:srgbClr val="FFFF00"/>
                </a:highlight>
              </a:rPr>
              <a:t>Change from Net Loss and Gain to Quantity Loss and Quantity Gain in title.</a:t>
            </a:r>
          </a:p>
          <a:p>
            <a:r>
              <a:rPr lang="en-US" dirty="0">
                <a:highlight>
                  <a:srgbClr val="FFFF00"/>
                </a:highlight>
              </a:rPr>
              <a:t>Change from Net to Quantity twice in axis label.</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|x|&gt;|y| to |y|&gt;|x|.</a:t>
            </a:r>
          </a:p>
          <a:p>
            <a:r>
              <a:rPr lang="en-US" dirty="0">
                <a:highlight>
                  <a:srgbClr val="FFFF00"/>
                </a:highlight>
              </a:rPr>
              <a:t>Change from |y|&lt;|x| to |x|&gt;|y|.</a:t>
            </a:r>
          </a:p>
          <a:p>
            <a:r>
              <a:rPr lang="en-US" dirty="0">
                <a:highlight>
                  <a:srgbClr val="FFFF00"/>
                </a:highlight>
              </a:rPr>
              <a:t>Change from Extent to 1990-2020.</a:t>
            </a:r>
          </a:p>
        </p:txBody>
      </p:sp>
    </p:spTree>
    <p:extLst>
      <p:ext uri="{BB962C8B-B14F-4D97-AF65-F5344CB8AC3E}">
        <p14:creationId xmlns:p14="http://schemas.microsoft.com/office/powerpoint/2010/main" val="2714396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FD6F0EF-B47B-4677-9345-A0530487332D}"/>
              </a:ext>
            </a:extLst>
          </p:cNvPr>
          <p:cNvPicPr>
            <a:picLocks noChangeAspect="1"/>
          </p:cNvPicPr>
          <p:nvPr/>
        </p:nvPicPr>
        <p:blipFill>
          <a:blip r:embed="rId2"/>
          <a:stretch>
            <a:fillRect/>
          </a:stretch>
        </p:blipFill>
        <p:spPr>
          <a:xfrm>
            <a:off x="6491602" y="0"/>
            <a:ext cx="5169979" cy="6858000"/>
          </a:xfrm>
          <a:prstGeom prst="rect">
            <a:avLst/>
          </a:prstGeom>
        </p:spPr>
      </p:pic>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11</a:t>
            </a:fld>
            <a:endParaRPr lang="en-US"/>
          </a:p>
        </p:txBody>
      </p:sp>
      <p:pic>
        <p:nvPicPr>
          <p:cNvPr id="5" name="Picture 4">
            <a:extLst>
              <a:ext uri="{FF2B5EF4-FFF2-40B4-BE49-F238E27FC236}">
                <a16:creationId xmlns:a16="http://schemas.microsoft.com/office/drawing/2014/main" id="{2A484CE0-E5CD-43EF-95C7-7B396D285D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637" y="0"/>
            <a:ext cx="5530930" cy="6858000"/>
          </a:xfrm>
          <a:prstGeom prst="rect">
            <a:avLst/>
          </a:prstGeom>
        </p:spPr>
      </p:pic>
      <p:sp>
        <p:nvSpPr>
          <p:cNvPr id="3" name="TextBox 2">
            <a:extLst>
              <a:ext uri="{FF2B5EF4-FFF2-40B4-BE49-F238E27FC236}">
                <a16:creationId xmlns:a16="http://schemas.microsoft.com/office/drawing/2014/main" id="{B6D56CAE-994F-4C74-AA50-4BEE12C38BBA}"/>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6" name="TextBox 5">
            <a:extLst>
              <a:ext uri="{FF2B5EF4-FFF2-40B4-BE49-F238E27FC236}">
                <a16:creationId xmlns:a16="http://schemas.microsoft.com/office/drawing/2014/main" id="{FE672F98-BECE-4515-AB82-0F60865A6B74}"/>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
        <p:nvSpPr>
          <p:cNvPr id="4" name="TextBox 3">
            <a:extLst>
              <a:ext uri="{FF2B5EF4-FFF2-40B4-BE49-F238E27FC236}">
                <a16:creationId xmlns:a16="http://schemas.microsoft.com/office/drawing/2014/main" id="{C2A13F53-8AFE-4D6A-9BD2-9A18F6E066AC}"/>
              </a:ext>
            </a:extLst>
          </p:cNvPr>
          <p:cNvSpPr txBox="1"/>
          <p:nvPr/>
        </p:nvSpPr>
        <p:spPr>
          <a:xfrm>
            <a:off x="3251995" y="4742497"/>
            <a:ext cx="8866211" cy="2031325"/>
          </a:xfrm>
          <a:prstGeom prst="rect">
            <a:avLst/>
          </a:prstGeom>
          <a:noFill/>
        </p:spPr>
        <p:txBody>
          <a:bodyPr wrap="square" rtlCol="0">
            <a:spAutoFit/>
          </a:bodyPr>
          <a:lstStyle/>
          <a:p>
            <a:r>
              <a:rPr lang="en-US" dirty="0">
                <a:highlight>
                  <a:srgbClr val="FFFF00"/>
                </a:highlight>
              </a:rPr>
              <a:t>Change from “Hit Map” to “Hits” in title. </a:t>
            </a:r>
          </a:p>
          <a:p>
            <a:r>
              <a:rPr lang="en-US" dirty="0">
                <a:highlight>
                  <a:srgbClr val="FFFF00"/>
                </a:highlight>
              </a:rPr>
              <a:t>Legend should change from “Number of Time Points in Hit” to “Sum of Hits”.</a:t>
            </a:r>
          </a:p>
          <a:p>
            <a:r>
              <a:rPr lang="en-US" dirty="0">
                <a:highlight>
                  <a:srgbClr val="FFFF00"/>
                </a:highlight>
              </a:rPr>
              <a:t>Eliminate years from legend because the legend already says time points. The time points might be months or days.</a:t>
            </a:r>
          </a:p>
          <a:p>
            <a:r>
              <a:rPr lang="en-US" dirty="0">
                <a:highlight>
                  <a:srgbClr val="FFFF00"/>
                </a:highlight>
              </a:rPr>
              <a:t>We want the code to be sufficiently general to apply to cases where the hits are not the number of time points for when the variable is not binary.</a:t>
            </a:r>
          </a:p>
          <a:p>
            <a:r>
              <a:rPr lang="en-US" dirty="0">
                <a:highlight>
                  <a:srgbClr val="FFFF00"/>
                </a:highlight>
              </a:rPr>
              <a:t>I am glad your code uses discrete legend for binary data and continuous for continuous data.</a:t>
            </a:r>
          </a:p>
        </p:txBody>
      </p:sp>
    </p:spTree>
    <p:extLst>
      <p:ext uri="{BB962C8B-B14F-4D97-AF65-F5344CB8AC3E}">
        <p14:creationId xmlns:p14="http://schemas.microsoft.com/office/powerpoint/2010/main" val="4013208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639CF7-AA7B-4B68-B616-D1B8512C0C0B}"/>
              </a:ext>
            </a:extLst>
          </p:cNvPr>
          <p:cNvPicPr>
            <a:picLocks noChangeAspect="1"/>
          </p:cNvPicPr>
          <p:nvPr/>
        </p:nvPicPr>
        <p:blipFill>
          <a:blip r:embed="rId2"/>
          <a:stretch>
            <a:fillRect/>
          </a:stretch>
        </p:blipFill>
        <p:spPr>
          <a:xfrm>
            <a:off x="6397200" y="0"/>
            <a:ext cx="5548565" cy="6858000"/>
          </a:xfrm>
          <a:prstGeom prst="rect">
            <a:avLst/>
          </a:prstGeom>
        </p:spPr>
      </p:pic>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12</a:t>
            </a:fld>
            <a:endParaRPr lang="en-US"/>
          </a:p>
        </p:txBody>
      </p:sp>
      <p:pic>
        <p:nvPicPr>
          <p:cNvPr id="6" name="Picture 5">
            <a:extLst>
              <a:ext uri="{FF2B5EF4-FFF2-40B4-BE49-F238E27FC236}">
                <a16:creationId xmlns:a16="http://schemas.microsoft.com/office/drawing/2014/main" id="{7C64646F-B4BC-4F6A-8A3C-75659EFACA4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9785" y="0"/>
            <a:ext cx="5095017" cy="6858000"/>
          </a:xfrm>
          <a:prstGeom prst="rect">
            <a:avLst/>
          </a:prstGeom>
        </p:spPr>
      </p:pic>
      <p:sp>
        <p:nvSpPr>
          <p:cNvPr id="5" name="TextBox 4">
            <a:extLst>
              <a:ext uri="{FF2B5EF4-FFF2-40B4-BE49-F238E27FC236}">
                <a16:creationId xmlns:a16="http://schemas.microsoft.com/office/drawing/2014/main" id="{BF5289DB-C994-4E4B-84E7-A36DDE5BD14C}"/>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7" name="TextBox 6">
            <a:extLst>
              <a:ext uri="{FF2B5EF4-FFF2-40B4-BE49-F238E27FC236}">
                <a16:creationId xmlns:a16="http://schemas.microsoft.com/office/drawing/2014/main" id="{F79A8791-F8CD-4CD5-A396-E9DC44C07D20}"/>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
        <p:nvSpPr>
          <p:cNvPr id="8" name="TextBox 7">
            <a:extLst>
              <a:ext uri="{FF2B5EF4-FFF2-40B4-BE49-F238E27FC236}">
                <a16:creationId xmlns:a16="http://schemas.microsoft.com/office/drawing/2014/main" id="{1ABFFAC1-D99C-4205-A6D2-E10103F0E718}"/>
              </a:ext>
            </a:extLst>
          </p:cNvPr>
          <p:cNvSpPr txBox="1"/>
          <p:nvPr/>
        </p:nvSpPr>
        <p:spPr>
          <a:xfrm>
            <a:off x="605075" y="3707236"/>
            <a:ext cx="11162024" cy="3139321"/>
          </a:xfrm>
          <a:prstGeom prst="rect">
            <a:avLst/>
          </a:prstGeom>
          <a:noFill/>
        </p:spPr>
        <p:txBody>
          <a:bodyPr wrap="square" rtlCol="0">
            <a:spAutoFit/>
          </a:bodyPr>
          <a:lstStyle/>
          <a:p>
            <a:r>
              <a:rPr lang="en-US" dirty="0">
                <a:highlight>
                  <a:srgbClr val="FFFF00"/>
                </a:highlight>
              </a:rPr>
              <a:t>We should keep both of these maps.</a:t>
            </a:r>
          </a:p>
          <a:p>
            <a:r>
              <a:rPr lang="en-US" dirty="0">
                <a:highlight>
                  <a:srgbClr val="FFFF00"/>
                </a:highlight>
              </a:rPr>
              <a:t>Title for map on left is “Presence Difference – Savanna” which is equation 50 in CompareMain09.docx .</a:t>
            </a:r>
          </a:p>
          <a:p>
            <a:r>
              <a:rPr lang="en-US" dirty="0">
                <a:highlight>
                  <a:srgbClr val="FFFF00"/>
                </a:highlight>
              </a:rPr>
              <a:t>Legend for map on left is Difference. </a:t>
            </a:r>
          </a:p>
          <a:p>
            <a:r>
              <a:rPr lang="en-US" dirty="0">
                <a:highlight>
                  <a:srgbClr val="FFFF00"/>
                </a:highlight>
              </a:rPr>
              <a:t>Title for map on right is “Presence Absolute Difference – Savanna” which is equation 51 in CompareMain09.docx.</a:t>
            </a:r>
          </a:p>
          <a:p>
            <a:r>
              <a:rPr lang="en-US" dirty="0">
                <a:highlight>
                  <a:srgbClr val="FFFF00"/>
                </a:highlight>
              </a:rPr>
              <a:t>Legend for map on right is Absolute Difference. </a:t>
            </a:r>
          </a:p>
          <a:p>
            <a:r>
              <a:rPr lang="en-US" dirty="0">
                <a:highlight>
                  <a:srgbClr val="FFFF00"/>
                </a:highlight>
              </a:rPr>
              <a:t>Pontius is not convinced that the map on the right is computed properly.</a:t>
            </a:r>
          </a:p>
          <a:p>
            <a:r>
              <a:rPr lang="en-US" dirty="0">
                <a:highlight>
                  <a:srgbClr val="FFFF00"/>
                </a:highlight>
              </a:rPr>
              <a:t>The absolute difference must be greater than or equal to difference, but it looks like some pixels show the opposite, but maybe I am fooled by the colors in the legend .</a:t>
            </a:r>
          </a:p>
          <a:p>
            <a:r>
              <a:rPr lang="en-US" dirty="0">
                <a:highlight>
                  <a:srgbClr val="FFFF00"/>
                </a:highlight>
              </a:rPr>
              <a:t>It seems it would make more sense to have the legend on the right use darker blue for larger numbers, similar to the map on the left. Make the legend monotonic from light to dark.</a:t>
            </a:r>
          </a:p>
          <a:p>
            <a:r>
              <a:rPr lang="en-US" dirty="0">
                <a:highlight>
                  <a:srgbClr val="FFFF00"/>
                </a:highlight>
              </a:rPr>
              <a:t>Here the data are binary, so the legend could be discrete which could allow more color variation.</a:t>
            </a:r>
          </a:p>
        </p:txBody>
      </p:sp>
    </p:spTree>
    <p:extLst>
      <p:ext uri="{BB962C8B-B14F-4D97-AF65-F5344CB8AC3E}">
        <p14:creationId xmlns:p14="http://schemas.microsoft.com/office/powerpoint/2010/main" val="1783616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9878B02-D1D2-496A-AE93-EB3EDC3921B4}"/>
              </a:ext>
            </a:extLst>
          </p:cNvPr>
          <p:cNvPicPr>
            <a:picLocks noChangeAspect="1"/>
          </p:cNvPicPr>
          <p:nvPr/>
        </p:nvPicPr>
        <p:blipFill>
          <a:blip r:embed="rId2"/>
          <a:stretch>
            <a:fillRect/>
          </a:stretch>
        </p:blipFill>
        <p:spPr>
          <a:xfrm>
            <a:off x="6511496" y="-8792"/>
            <a:ext cx="5030965" cy="6858000"/>
          </a:xfrm>
          <a:prstGeom prst="rect">
            <a:avLst/>
          </a:prstGeom>
        </p:spPr>
      </p:pic>
      <p:pic>
        <p:nvPicPr>
          <p:cNvPr id="5" name="Picture 4">
            <a:extLst>
              <a:ext uri="{FF2B5EF4-FFF2-40B4-BE49-F238E27FC236}">
                <a16:creationId xmlns:a16="http://schemas.microsoft.com/office/drawing/2014/main" id="{F42CF7E8-AAF1-45EF-8C8C-C359DB27B7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1637" y="2337"/>
            <a:ext cx="5577635" cy="6858000"/>
          </a:xfrm>
          <a:prstGeom prst="rect">
            <a:avLst/>
          </a:prstGeom>
        </p:spPr>
      </p:pic>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13</a:t>
            </a:fld>
            <a:endParaRPr lang="en-US"/>
          </a:p>
        </p:txBody>
      </p:sp>
      <p:sp>
        <p:nvSpPr>
          <p:cNvPr id="6" name="TextBox 5">
            <a:extLst>
              <a:ext uri="{FF2B5EF4-FFF2-40B4-BE49-F238E27FC236}">
                <a16:creationId xmlns:a16="http://schemas.microsoft.com/office/drawing/2014/main" id="{CE5BABD2-DD04-4F2F-A902-70B563FE6088}"/>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7" name="TextBox 6">
            <a:extLst>
              <a:ext uri="{FF2B5EF4-FFF2-40B4-BE49-F238E27FC236}">
                <a16:creationId xmlns:a16="http://schemas.microsoft.com/office/drawing/2014/main" id="{47FF9DFC-E9A5-4E81-AAAC-29B7FF5A85B4}"/>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
        <p:nvSpPr>
          <p:cNvPr id="8" name="TextBox 7">
            <a:extLst>
              <a:ext uri="{FF2B5EF4-FFF2-40B4-BE49-F238E27FC236}">
                <a16:creationId xmlns:a16="http://schemas.microsoft.com/office/drawing/2014/main" id="{24882753-0D20-42AC-91A2-D616EEFC1151}"/>
              </a:ext>
            </a:extLst>
          </p:cNvPr>
          <p:cNvSpPr txBox="1"/>
          <p:nvPr/>
        </p:nvSpPr>
        <p:spPr>
          <a:xfrm>
            <a:off x="3251995" y="4742497"/>
            <a:ext cx="8101805" cy="1754326"/>
          </a:xfrm>
          <a:prstGeom prst="rect">
            <a:avLst/>
          </a:prstGeom>
          <a:noFill/>
        </p:spPr>
        <p:txBody>
          <a:bodyPr wrap="square" rtlCol="0">
            <a:spAutoFit/>
          </a:bodyPr>
          <a:lstStyle/>
          <a:p>
            <a:r>
              <a:rPr lang="en-US" dirty="0">
                <a:highlight>
                  <a:srgbClr val="FFFF00"/>
                </a:highlight>
              </a:rPr>
              <a:t>Change from “Agreement Map” to “Hits” in title. </a:t>
            </a:r>
          </a:p>
          <a:p>
            <a:r>
              <a:rPr lang="en-US" dirty="0">
                <a:highlight>
                  <a:srgbClr val="FFFF00"/>
                </a:highlight>
              </a:rPr>
              <a:t>Legend should change from “Change Agreement Values” to “Sum of Hits”.</a:t>
            </a:r>
          </a:p>
          <a:p>
            <a:r>
              <a:rPr lang="en-US" dirty="0">
                <a:highlight>
                  <a:srgbClr val="FFFF00"/>
                </a:highlight>
              </a:rPr>
              <a:t>It is nice that the legend is discrete for this binary variable.</a:t>
            </a:r>
          </a:p>
          <a:p>
            <a:r>
              <a:rPr lang="en-US" dirty="0">
                <a:highlight>
                  <a:srgbClr val="FFFF00"/>
                </a:highlight>
              </a:rPr>
              <a:t>The legend should be a continuum for a continuous variable.</a:t>
            </a:r>
          </a:p>
          <a:p>
            <a:r>
              <a:rPr lang="en-US" dirty="0">
                <a:highlight>
                  <a:srgbClr val="FFFF00"/>
                </a:highlight>
              </a:rPr>
              <a:t>Please test the program with the continuous toy data to make maps with the toy data of two pixels to test that the legend becomes continuous for continuous data.</a:t>
            </a:r>
          </a:p>
        </p:txBody>
      </p:sp>
    </p:spTree>
    <p:extLst>
      <p:ext uri="{BB962C8B-B14F-4D97-AF65-F5344CB8AC3E}">
        <p14:creationId xmlns:p14="http://schemas.microsoft.com/office/powerpoint/2010/main" val="3790577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A306948-EFE6-4CD8-8DFA-E7C45E77A8DE}"/>
              </a:ext>
            </a:extLst>
          </p:cNvPr>
          <p:cNvPicPr>
            <a:picLocks noChangeAspect="1"/>
          </p:cNvPicPr>
          <p:nvPr/>
        </p:nvPicPr>
        <p:blipFill>
          <a:blip r:embed="rId2"/>
          <a:stretch>
            <a:fillRect/>
          </a:stretch>
        </p:blipFill>
        <p:spPr>
          <a:xfrm>
            <a:off x="6511496" y="-8792"/>
            <a:ext cx="5454625" cy="6858000"/>
          </a:xfrm>
          <a:prstGeom prst="rect">
            <a:avLst/>
          </a:prstGeom>
        </p:spPr>
      </p:pic>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14</a:t>
            </a:fld>
            <a:endParaRPr lang="en-US"/>
          </a:p>
        </p:txBody>
      </p:sp>
      <p:pic>
        <p:nvPicPr>
          <p:cNvPr id="8" name="Picture 7">
            <a:extLst>
              <a:ext uri="{FF2B5EF4-FFF2-40B4-BE49-F238E27FC236}">
                <a16:creationId xmlns:a16="http://schemas.microsoft.com/office/drawing/2014/main" id="{B8874415-A4AF-4C8C-A08D-230544C464CB}"/>
              </a:ext>
            </a:extLst>
          </p:cNvPr>
          <p:cNvPicPr>
            <a:picLocks noChangeAspect="1"/>
          </p:cNvPicPr>
          <p:nvPr/>
        </p:nvPicPr>
        <p:blipFill>
          <a:blip r:embed="rId3"/>
          <a:stretch>
            <a:fillRect/>
          </a:stretch>
        </p:blipFill>
        <p:spPr>
          <a:xfrm>
            <a:off x="701637" y="0"/>
            <a:ext cx="5474485" cy="6858000"/>
          </a:xfrm>
          <a:prstGeom prst="rect">
            <a:avLst/>
          </a:prstGeom>
        </p:spPr>
      </p:pic>
      <p:sp>
        <p:nvSpPr>
          <p:cNvPr id="5" name="TextBox 4">
            <a:extLst>
              <a:ext uri="{FF2B5EF4-FFF2-40B4-BE49-F238E27FC236}">
                <a16:creationId xmlns:a16="http://schemas.microsoft.com/office/drawing/2014/main" id="{436D0914-7F77-4724-967E-8D82A7C2D3AE}"/>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6" name="TextBox 5">
            <a:extLst>
              <a:ext uri="{FF2B5EF4-FFF2-40B4-BE49-F238E27FC236}">
                <a16:creationId xmlns:a16="http://schemas.microsoft.com/office/drawing/2014/main" id="{4AB684C1-3CB5-4343-A5F3-E56C9057F9F2}"/>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
        <p:nvSpPr>
          <p:cNvPr id="7" name="TextBox 6">
            <a:extLst>
              <a:ext uri="{FF2B5EF4-FFF2-40B4-BE49-F238E27FC236}">
                <a16:creationId xmlns:a16="http://schemas.microsoft.com/office/drawing/2014/main" id="{A0AC234C-2CBB-41E3-AC57-49CC9C6E55C6}"/>
              </a:ext>
            </a:extLst>
          </p:cNvPr>
          <p:cNvSpPr txBox="1"/>
          <p:nvPr/>
        </p:nvSpPr>
        <p:spPr>
          <a:xfrm>
            <a:off x="23353" y="3887524"/>
            <a:ext cx="11787739" cy="2862322"/>
          </a:xfrm>
          <a:prstGeom prst="rect">
            <a:avLst/>
          </a:prstGeom>
          <a:noFill/>
        </p:spPr>
        <p:txBody>
          <a:bodyPr wrap="square" rtlCol="0">
            <a:spAutoFit/>
          </a:bodyPr>
          <a:lstStyle/>
          <a:p>
            <a:r>
              <a:rPr lang="en-US" dirty="0">
                <a:highlight>
                  <a:srgbClr val="FFFF00"/>
                </a:highlight>
              </a:rPr>
              <a:t>We should keep both of these maps.</a:t>
            </a:r>
          </a:p>
          <a:p>
            <a:r>
              <a:rPr lang="en-US" dirty="0">
                <a:highlight>
                  <a:srgbClr val="FFFF00"/>
                </a:highlight>
              </a:rPr>
              <a:t>Title for map on left is “Change Difference – Savanna” which is equation 53 in CompareMain09.docx .</a:t>
            </a:r>
          </a:p>
          <a:p>
            <a:r>
              <a:rPr lang="en-US" dirty="0">
                <a:highlight>
                  <a:srgbClr val="FFFF00"/>
                </a:highlight>
              </a:rPr>
              <a:t>Legend for map on left is Difference. </a:t>
            </a:r>
          </a:p>
          <a:p>
            <a:r>
              <a:rPr lang="en-US" dirty="0">
                <a:highlight>
                  <a:srgbClr val="FFFF00"/>
                </a:highlight>
              </a:rPr>
              <a:t>Title for map on right is “Change Absolute Difference – Savanna” which is equation 54 in CompareMain09.docx.</a:t>
            </a:r>
          </a:p>
          <a:p>
            <a:r>
              <a:rPr lang="en-US" dirty="0">
                <a:highlight>
                  <a:srgbClr val="FFFF00"/>
                </a:highlight>
              </a:rPr>
              <a:t>Legend for map on right is Absolute Difference. </a:t>
            </a:r>
          </a:p>
          <a:p>
            <a:r>
              <a:rPr lang="en-US" dirty="0">
                <a:highlight>
                  <a:srgbClr val="FFFF00"/>
                </a:highlight>
              </a:rPr>
              <a:t>The color legend on the right is poor. We have a one dimensional non-negative variable, so we should not use three colors.</a:t>
            </a:r>
          </a:p>
          <a:p>
            <a:r>
              <a:rPr lang="en-US" dirty="0">
                <a:highlight>
                  <a:srgbClr val="FFFF00"/>
                </a:highlight>
              </a:rPr>
              <a:t>Use colors in the legend that match the color logic in slide 12. Pontius likes blue to be positive and red to be negative.</a:t>
            </a:r>
          </a:p>
          <a:p>
            <a:r>
              <a:rPr lang="en-US" dirty="0">
                <a:highlight>
                  <a:srgbClr val="FFFF00"/>
                </a:highlight>
              </a:rPr>
              <a:t>It is a good idea to automate the legend to be discrete for a binary variable and continuous for a continuous variable.</a:t>
            </a:r>
          </a:p>
          <a:p>
            <a:r>
              <a:rPr lang="en-US" dirty="0">
                <a:highlight>
                  <a:srgbClr val="FFFF00"/>
                </a:highlight>
              </a:rPr>
              <a:t>The main problem with these maps is that there is so much gray and very little visual variation. </a:t>
            </a:r>
          </a:p>
          <a:p>
            <a:r>
              <a:rPr lang="en-US" dirty="0">
                <a:highlight>
                  <a:srgbClr val="FFFF00"/>
                </a:highlight>
              </a:rPr>
              <a:t>If the legend were discrete, then we could control the colors better thus see the patterns better.</a:t>
            </a:r>
          </a:p>
        </p:txBody>
      </p:sp>
    </p:spTree>
    <p:extLst>
      <p:ext uri="{BB962C8B-B14F-4D97-AF65-F5344CB8AC3E}">
        <p14:creationId xmlns:p14="http://schemas.microsoft.com/office/powerpoint/2010/main" val="2593288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846386-E384-4475-837E-0CEE3E9D7C0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PIE water time series data</a:t>
            </a:r>
          </a:p>
        </p:txBody>
      </p:sp>
      <p:sp>
        <p:nvSpPr>
          <p:cNvPr id="4" name="Text Placeholder 3">
            <a:extLst>
              <a:ext uri="{FF2B5EF4-FFF2-40B4-BE49-F238E27FC236}">
                <a16:creationId xmlns:a16="http://schemas.microsoft.com/office/drawing/2014/main" id="{174BC32C-813B-4D05-8B94-B151BDE6AAF4}"/>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Pixel-based method and object-based</a:t>
            </a:r>
          </a:p>
        </p:txBody>
      </p:sp>
      <p:sp>
        <p:nvSpPr>
          <p:cNvPr id="2" name="Slide Number Placeholder 1">
            <a:extLst>
              <a:ext uri="{FF2B5EF4-FFF2-40B4-BE49-F238E27FC236}">
                <a16:creationId xmlns:a16="http://schemas.microsoft.com/office/drawing/2014/main" id="{310A4DB7-28C7-459D-A56D-31913D656D06}"/>
              </a:ext>
            </a:extLst>
          </p:cNvPr>
          <p:cNvSpPr>
            <a:spLocks noGrp="1"/>
          </p:cNvSpPr>
          <p:nvPr>
            <p:ph type="sldNum" sz="quarter" idx="12"/>
          </p:nvPr>
        </p:nvSpPr>
        <p:spPr/>
        <p:txBody>
          <a:bodyPr/>
          <a:lstStyle/>
          <a:p>
            <a:fld id="{4E4388CE-8408-4C4D-B35A-15C296EFDD48}" type="slidenum">
              <a:rPr lang="en-US" smtClean="0"/>
              <a:t>15</a:t>
            </a:fld>
            <a:endParaRPr lang="en-US"/>
          </a:p>
        </p:txBody>
      </p:sp>
    </p:spTree>
    <p:extLst>
      <p:ext uri="{BB962C8B-B14F-4D97-AF65-F5344CB8AC3E}">
        <p14:creationId xmlns:p14="http://schemas.microsoft.com/office/powerpoint/2010/main" val="769497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B317ED1-98FF-4CEC-875C-811749FDBE2E}"/>
              </a:ext>
            </a:extLst>
          </p:cNvPr>
          <p:cNvSpPr txBox="1"/>
          <p:nvPr/>
        </p:nvSpPr>
        <p:spPr>
          <a:xfrm>
            <a:off x="316523" y="362930"/>
            <a:ext cx="11192608"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Presence Agreement graphic using PIE data</a:t>
            </a:r>
          </a:p>
        </p:txBody>
      </p:sp>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16</a:t>
            </a:fld>
            <a:endParaRPr lang="en-US"/>
          </a:p>
        </p:txBody>
      </p:sp>
      <p:pic>
        <p:nvPicPr>
          <p:cNvPr id="5" name="Picture 4">
            <a:extLst>
              <a:ext uri="{FF2B5EF4-FFF2-40B4-BE49-F238E27FC236}">
                <a16:creationId xmlns:a16="http://schemas.microsoft.com/office/drawing/2014/main" id="{7EFE9BDD-918B-4CA1-879A-484D9A1A3CA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50756" y="1276071"/>
            <a:ext cx="8890486" cy="5080278"/>
          </a:xfrm>
          <a:prstGeom prst="rect">
            <a:avLst/>
          </a:prstGeom>
        </p:spPr>
      </p:pic>
    </p:spTree>
    <p:extLst>
      <p:ext uri="{BB962C8B-B14F-4D97-AF65-F5344CB8AC3E}">
        <p14:creationId xmlns:p14="http://schemas.microsoft.com/office/powerpoint/2010/main" val="1996424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09D27E-401F-42EA-A419-5A12AEF8A33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4573" y="1150842"/>
            <a:ext cx="10825109" cy="5551741"/>
          </a:xfrm>
          <a:prstGeom prst="rect">
            <a:avLst/>
          </a:prstGeom>
        </p:spPr>
      </p:pic>
      <p:sp>
        <p:nvSpPr>
          <p:cNvPr id="8" name="TextBox 7">
            <a:extLst>
              <a:ext uri="{FF2B5EF4-FFF2-40B4-BE49-F238E27FC236}">
                <a16:creationId xmlns:a16="http://schemas.microsoft.com/office/drawing/2014/main" id="{7B317ED1-98FF-4CEC-875C-811749FDBE2E}"/>
              </a:ext>
            </a:extLst>
          </p:cNvPr>
          <p:cNvSpPr txBox="1"/>
          <p:nvPr/>
        </p:nvSpPr>
        <p:spPr>
          <a:xfrm>
            <a:off x="316523" y="362930"/>
            <a:ext cx="10691446"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Gross Losses and Gross Gains graphics using PIE data</a:t>
            </a:r>
          </a:p>
        </p:txBody>
      </p:sp>
      <p:sp>
        <p:nvSpPr>
          <p:cNvPr id="9" name="Slide Number Placeholder 8">
            <a:extLst>
              <a:ext uri="{FF2B5EF4-FFF2-40B4-BE49-F238E27FC236}">
                <a16:creationId xmlns:a16="http://schemas.microsoft.com/office/drawing/2014/main" id="{9C58E193-3EFA-4C21-AE87-0AD31F80AF89}"/>
              </a:ext>
            </a:extLst>
          </p:cNvPr>
          <p:cNvSpPr>
            <a:spLocks noGrp="1"/>
          </p:cNvSpPr>
          <p:nvPr>
            <p:ph type="sldNum" sz="quarter" idx="12"/>
          </p:nvPr>
        </p:nvSpPr>
        <p:spPr/>
        <p:txBody>
          <a:bodyPr/>
          <a:lstStyle/>
          <a:p>
            <a:fld id="{4E4388CE-8408-4C4D-B35A-15C296EFDD48}" type="slidenum">
              <a:rPr lang="en-US" smtClean="0"/>
              <a:t>17</a:t>
            </a:fld>
            <a:endParaRPr lang="en-US"/>
          </a:p>
        </p:txBody>
      </p:sp>
    </p:spTree>
    <p:extLst>
      <p:ext uri="{BB962C8B-B14F-4D97-AF65-F5344CB8AC3E}">
        <p14:creationId xmlns:p14="http://schemas.microsoft.com/office/powerpoint/2010/main" val="3775373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69084B6-159B-4D71-BB1F-46BC606738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3221" y="1151617"/>
            <a:ext cx="10764324" cy="5550190"/>
          </a:xfrm>
          <a:prstGeom prst="rect">
            <a:avLst/>
          </a:prstGeom>
        </p:spPr>
      </p:pic>
      <p:sp>
        <p:nvSpPr>
          <p:cNvPr id="2" name="Slide Number Placeholder 1">
            <a:extLst>
              <a:ext uri="{FF2B5EF4-FFF2-40B4-BE49-F238E27FC236}">
                <a16:creationId xmlns:a16="http://schemas.microsoft.com/office/drawing/2014/main" id="{A32597C8-E9B4-4015-8C25-70C57DD47501}"/>
              </a:ext>
            </a:extLst>
          </p:cNvPr>
          <p:cNvSpPr>
            <a:spLocks noGrp="1"/>
          </p:cNvSpPr>
          <p:nvPr>
            <p:ph type="sldNum" sz="quarter" idx="12"/>
          </p:nvPr>
        </p:nvSpPr>
        <p:spPr/>
        <p:txBody>
          <a:bodyPr/>
          <a:lstStyle/>
          <a:p>
            <a:fld id="{4E4388CE-8408-4C4D-B35A-15C296EFDD48}" type="slidenum">
              <a:rPr lang="en-US" smtClean="0"/>
              <a:t>18</a:t>
            </a:fld>
            <a:endParaRPr lang="en-US"/>
          </a:p>
        </p:txBody>
      </p:sp>
      <p:sp>
        <p:nvSpPr>
          <p:cNvPr id="7" name="TextBox 6">
            <a:extLst>
              <a:ext uri="{FF2B5EF4-FFF2-40B4-BE49-F238E27FC236}">
                <a16:creationId xmlns:a16="http://schemas.microsoft.com/office/drawing/2014/main" id="{321A085E-4272-4160-8E78-B3191871F9CE}"/>
              </a:ext>
            </a:extLst>
          </p:cNvPr>
          <p:cNvSpPr txBox="1"/>
          <p:nvPr/>
        </p:nvSpPr>
        <p:spPr>
          <a:xfrm>
            <a:off x="316523" y="362930"/>
            <a:ext cx="10691446"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Net Losses and Net Gains graphics using PIE data</a:t>
            </a:r>
          </a:p>
        </p:txBody>
      </p:sp>
    </p:spTree>
    <p:extLst>
      <p:ext uri="{BB962C8B-B14F-4D97-AF65-F5344CB8AC3E}">
        <p14:creationId xmlns:p14="http://schemas.microsoft.com/office/powerpoint/2010/main" val="1343577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E3C6CE4-7FAC-4319-8F3A-217BFDCCC7C5}"/>
              </a:ext>
            </a:extLst>
          </p:cNvPr>
          <p:cNvPicPr>
            <a:picLocks noChangeAspect="1"/>
          </p:cNvPicPr>
          <p:nvPr/>
        </p:nvPicPr>
        <p:blipFill>
          <a:blip r:embed="rId2"/>
          <a:stretch>
            <a:fillRect/>
          </a:stretch>
        </p:blipFill>
        <p:spPr>
          <a:xfrm>
            <a:off x="6224953" y="1259058"/>
            <a:ext cx="5408817" cy="4526280"/>
          </a:xfrm>
          <a:prstGeom prst="rect">
            <a:avLst/>
          </a:prstGeom>
        </p:spPr>
      </p:pic>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19</a:t>
            </a:fld>
            <a:endParaRPr lang="en-US"/>
          </a:p>
        </p:txBody>
      </p:sp>
      <p:pic>
        <p:nvPicPr>
          <p:cNvPr id="6" name="Picture 5">
            <a:extLst>
              <a:ext uri="{FF2B5EF4-FFF2-40B4-BE49-F238E27FC236}">
                <a16:creationId xmlns:a16="http://schemas.microsoft.com/office/drawing/2014/main" id="{05D33F0B-5586-4B77-870E-031881622DB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5149" y="1257300"/>
            <a:ext cx="5647313" cy="4528038"/>
          </a:xfrm>
          <a:prstGeom prst="rect">
            <a:avLst/>
          </a:prstGeom>
        </p:spPr>
      </p:pic>
      <p:sp>
        <p:nvSpPr>
          <p:cNvPr id="5" name="TextBox 4">
            <a:extLst>
              <a:ext uri="{FF2B5EF4-FFF2-40B4-BE49-F238E27FC236}">
                <a16:creationId xmlns:a16="http://schemas.microsoft.com/office/drawing/2014/main" id="{C481F884-E6D7-4ABD-84DA-91C708880837}"/>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7" name="TextBox 6">
            <a:extLst>
              <a:ext uri="{FF2B5EF4-FFF2-40B4-BE49-F238E27FC236}">
                <a16:creationId xmlns:a16="http://schemas.microsoft.com/office/drawing/2014/main" id="{CADEB093-873F-485A-B6AD-B40036694EFD}"/>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Tree>
    <p:extLst>
      <p:ext uri="{BB962C8B-B14F-4D97-AF65-F5344CB8AC3E}">
        <p14:creationId xmlns:p14="http://schemas.microsoft.com/office/powerpoint/2010/main" val="2228737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20</a:t>
            </a:fld>
            <a:endParaRPr lang="en-US"/>
          </a:p>
        </p:txBody>
      </p:sp>
      <p:pic>
        <p:nvPicPr>
          <p:cNvPr id="7" name="Picture 6">
            <a:extLst>
              <a:ext uri="{FF2B5EF4-FFF2-40B4-BE49-F238E27FC236}">
                <a16:creationId xmlns:a16="http://schemas.microsoft.com/office/drawing/2014/main" id="{2B148EF5-1F75-4461-B7C2-3C10CC35AD2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5149" y="1257300"/>
            <a:ext cx="5260782" cy="4526280"/>
          </a:xfrm>
          <a:prstGeom prst="rect">
            <a:avLst/>
          </a:prstGeom>
        </p:spPr>
      </p:pic>
      <p:pic>
        <p:nvPicPr>
          <p:cNvPr id="9" name="Picture 8">
            <a:extLst>
              <a:ext uri="{FF2B5EF4-FFF2-40B4-BE49-F238E27FC236}">
                <a16:creationId xmlns:a16="http://schemas.microsoft.com/office/drawing/2014/main" id="{227E6FBD-8217-4E3A-A875-39658C5A6A22}"/>
              </a:ext>
            </a:extLst>
          </p:cNvPr>
          <p:cNvPicPr>
            <a:picLocks noChangeAspect="1"/>
          </p:cNvPicPr>
          <p:nvPr/>
        </p:nvPicPr>
        <p:blipFill>
          <a:blip r:embed="rId3"/>
          <a:stretch>
            <a:fillRect/>
          </a:stretch>
        </p:blipFill>
        <p:spPr>
          <a:xfrm>
            <a:off x="6224953" y="1257300"/>
            <a:ext cx="5486532" cy="4526280"/>
          </a:xfrm>
          <a:prstGeom prst="rect">
            <a:avLst/>
          </a:prstGeom>
        </p:spPr>
      </p:pic>
      <p:sp>
        <p:nvSpPr>
          <p:cNvPr id="5" name="TextBox 4">
            <a:extLst>
              <a:ext uri="{FF2B5EF4-FFF2-40B4-BE49-F238E27FC236}">
                <a16:creationId xmlns:a16="http://schemas.microsoft.com/office/drawing/2014/main" id="{1EA3D60C-405D-47CB-8BC5-C255B95CADE8}"/>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6" name="TextBox 5">
            <a:extLst>
              <a:ext uri="{FF2B5EF4-FFF2-40B4-BE49-F238E27FC236}">
                <a16:creationId xmlns:a16="http://schemas.microsoft.com/office/drawing/2014/main" id="{A8463C6B-F28F-4BA1-B282-BA42A05F1662}"/>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Tree>
    <p:extLst>
      <p:ext uri="{BB962C8B-B14F-4D97-AF65-F5344CB8AC3E}">
        <p14:creationId xmlns:p14="http://schemas.microsoft.com/office/powerpoint/2010/main" val="2403891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21</a:t>
            </a:fld>
            <a:endParaRPr lang="en-US"/>
          </a:p>
        </p:txBody>
      </p:sp>
      <p:pic>
        <p:nvPicPr>
          <p:cNvPr id="7" name="Picture 6">
            <a:extLst>
              <a:ext uri="{FF2B5EF4-FFF2-40B4-BE49-F238E27FC236}">
                <a16:creationId xmlns:a16="http://schemas.microsoft.com/office/drawing/2014/main" id="{C5D44851-1343-4160-81A8-65C97B87152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5149" y="1257300"/>
            <a:ext cx="5675304" cy="4526280"/>
          </a:xfrm>
          <a:prstGeom prst="rect">
            <a:avLst/>
          </a:prstGeom>
        </p:spPr>
      </p:pic>
      <p:pic>
        <p:nvPicPr>
          <p:cNvPr id="10" name="Picture 9">
            <a:extLst>
              <a:ext uri="{FF2B5EF4-FFF2-40B4-BE49-F238E27FC236}">
                <a16:creationId xmlns:a16="http://schemas.microsoft.com/office/drawing/2014/main" id="{68E372BC-42B2-4780-94B6-FCCEACE13AE7}"/>
              </a:ext>
            </a:extLst>
          </p:cNvPr>
          <p:cNvPicPr>
            <a:picLocks noChangeAspect="1"/>
          </p:cNvPicPr>
          <p:nvPr/>
        </p:nvPicPr>
        <p:blipFill>
          <a:blip r:embed="rId3"/>
          <a:stretch>
            <a:fillRect/>
          </a:stretch>
        </p:blipFill>
        <p:spPr>
          <a:xfrm>
            <a:off x="6224953" y="1257300"/>
            <a:ext cx="5317068" cy="4526280"/>
          </a:xfrm>
          <a:prstGeom prst="rect">
            <a:avLst/>
          </a:prstGeom>
        </p:spPr>
      </p:pic>
      <p:sp>
        <p:nvSpPr>
          <p:cNvPr id="5" name="TextBox 4">
            <a:extLst>
              <a:ext uri="{FF2B5EF4-FFF2-40B4-BE49-F238E27FC236}">
                <a16:creationId xmlns:a16="http://schemas.microsoft.com/office/drawing/2014/main" id="{2BFE16F9-E20B-499B-8FBD-97D1103AD672}"/>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6" name="TextBox 5">
            <a:extLst>
              <a:ext uri="{FF2B5EF4-FFF2-40B4-BE49-F238E27FC236}">
                <a16:creationId xmlns:a16="http://schemas.microsoft.com/office/drawing/2014/main" id="{17368ADF-B171-4B2F-987F-88FE3796DDF2}"/>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Tree>
    <p:extLst>
      <p:ext uri="{BB962C8B-B14F-4D97-AF65-F5344CB8AC3E}">
        <p14:creationId xmlns:p14="http://schemas.microsoft.com/office/powerpoint/2010/main" val="1969283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93E83-77FA-4C3B-BC6A-E6FBAE7E4EF0}"/>
              </a:ext>
            </a:extLst>
          </p:cNvPr>
          <p:cNvSpPr>
            <a:spLocks noGrp="1"/>
          </p:cNvSpPr>
          <p:nvPr>
            <p:ph type="sldNum" sz="quarter" idx="12"/>
          </p:nvPr>
        </p:nvSpPr>
        <p:spPr/>
        <p:txBody>
          <a:bodyPr/>
          <a:lstStyle/>
          <a:p>
            <a:fld id="{4E4388CE-8408-4C4D-B35A-15C296EFDD48}" type="slidenum">
              <a:rPr lang="en-US" smtClean="0"/>
              <a:t>22</a:t>
            </a:fld>
            <a:endParaRPr lang="en-US"/>
          </a:p>
        </p:txBody>
      </p:sp>
      <p:pic>
        <p:nvPicPr>
          <p:cNvPr id="6" name="Picture 5">
            <a:extLst>
              <a:ext uri="{FF2B5EF4-FFF2-40B4-BE49-F238E27FC236}">
                <a16:creationId xmlns:a16="http://schemas.microsoft.com/office/drawing/2014/main" id="{CCE7FE2D-885F-490A-8999-B415557E941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5149" y="1257300"/>
            <a:ext cx="5473157" cy="4526280"/>
          </a:xfrm>
          <a:prstGeom prst="rect">
            <a:avLst/>
          </a:prstGeom>
        </p:spPr>
      </p:pic>
      <p:pic>
        <p:nvPicPr>
          <p:cNvPr id="9" name="Picture 8">
            <a:extLst>
              <a:ext uri="{FF2B5EF4-FFF2-40B4-BE49-F238E27FC236}">
                <a16:creationId xmlns:a16="http://schemas.microsoft.com/office/drawing/2014/main" id="{FBA0DC57-1894-4D14-90B0-D07008F1D095}"/>
              </a:ext>
            </a:extLst>
          </p:cNvPr>
          <p:cNvPicPr>
            <a:picLocks noChangeAspect="1"/>
          </p:cNvPicPr>
          <p:nvPr/>
        </p:nvPicPr>
        <p:blipFill>
          <a:blip r:embed="rId3"/>
          <a:stretch>
            <a:fillRect/>
          </a:stretch>
        </p:blipFill>
        <p:spPr>
          <a:xfrm>
            <a:off x="6224953" y="1257300"/>
            <a:ext cx="5461245" cy="4526280"/>
          </a:xfrm>
          <a:prstGeom prst="rect">
            <a:avLst/>
          </a:prstGeom>
        </p:spPr>
      </p:pic>
      <p:sp>
        <p:nvSpPr>
          <p:cNvPr id="5" name="TextBox 4">
            <a:extLst>
              <a:ext uri="{FF2B5EF4-FFF2-40B4-BE49-F238E27FC236}">
                <a16:creationId xmlns:a16="http://schemas.microsoft.com/office/drawing/2014/main" id="{E7B972D6-B7F9-4A7E-9A81-28E0F20C1A94}"/>
              </a:ext>
            </a:extLst>
          </p:cNvPr>
          <p:cNvSpPr txBox="1"/>
          <p:nvPr/>
        </p:nvSpPr>
        <p:spPr>
          <a:xfrm>
            <a:off x="4273062" y="378069"/>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Old Version</a:t>
            </a:r>
          </a:p>
        </p:txBody>
      </p:sp>
      <p:sp>
        <p:nvSpPr>
          <p:cNvPr id="7" name="TextBox 6">
            <a:extLst>
              <a:ext uri="{FF2B5EF4-FFF2-40B4-BE49-F238E27FC236}">
                <a16:creationId xmlns:a16="http://schemas.microsoft.com/office/drawing/2014/main" id="{7B35D090-1DC4-495F-B125-D24174C1A1C7}"/>
              </a:ext>
            </a:extLst>
          </p:cNvPr>
          <p:cNvSpPr txBox="1"/>
          <p:nvPr/>
        </p:nvSpPr>
        <p:spPr>
          <a:xfrm>
            <a:off x="10017420" y="372262"/>
            <a:ext cx="1644161" cy="369332"/>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New Version</a:t>
            </a:r>
          </a:p>
        </p:txBody>
      </p:sp>
    </p:spTree>
    <p:extLst>
      <p:ext uri="{BB962C8B-B14F-4D97-AF65-F5344CB8AC3E}">
        <p14:creationId xmlns:p14="http://schemas.microsoft.com/office/powerpoint/2010/main" val="2609358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9966</TotalTime>
  <Words>1468</Words>
  <Application>Microsoft Office PowerPoint</Application>
  <PresentationFormat>Widescreen</PresentationFormat>
  <Paragraphs>141</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Office Theme</vt:lpstr>
      <vt:lpstr>Updates</vt:lpstr>
      <vt:lpstr>Toy Data</vt:lpstr>
      <vt:lpstr>PowerPoint Presentation</vt:lpstr>
      <vt:lpstr>PowerPoint Presentation</vt:lpstr>
      <vt:lpstr>PowerPoint Presentation</vt:lpstr>
      <vt:lpstr>Updates</vt:lpstr>
      <vt:lpstr>Savanna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PIE water time series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Galvao da Fonseca, Antonio</dc:creator>
  <cp:lastModifiedBy>Robert Pontius</cp:lastModifiedBy>
  <cp:revision>123</cp:revision>
  <dcterms:created xsi:type="dcterms:W3CDTF">2025-07-25T14:31:48Z</dcterms:created>
  <dcterms:modified xsi:type="dcterms:W3CDTF">2025-08-29T15:15:54Z</dcterms:modified>
</cp:coreProperties>
</file>